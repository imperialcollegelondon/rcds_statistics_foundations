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0" r:id="rId4"/>
    <p:sldId id="258" r:id="rId5"/>
    <p:sldId id="262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69" r:id="rId14"/>
    <p:sldId id="272" r:id="rId15"/>
    <p:sldId id="273" r:id="rId16"/>
    <p:sldId id="274" r:id="rId17"/>
    <p:sldId id="275" r:id="rId18"/>
    <p:sldId id="277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3D8C8-7ED2-ED4F-B052-FC65F011B41D}" v="381" dt="2026-03-25T13:11:23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48"/>
    <p:restoredTop sz="94652"/>
  </p:normalViewPr>
  <p:slideViewPr>
    <p:cSldViewPr snapToGrid="0">
      <p:cViewPr>
        <p:scale>
          <a:sx n="123" d="100"/>
          <a:sy n="123" d="100"/>
        </p:scale>
        <p:origin x="-4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 Ricol, Aida" userId="1cc2c45a-f019-4df4-a664-57a6d0f86b9a" providerId="ADAL" clId="{7A61BBB9-52A2-5249-ADC6-1FF2D97CF9F2}"/>
    <pc:docChg chg="undo custSel addSld delSld modSld">
      <pc:chgData name="Sanchez Ricol, Aida" userId="1cc2c45a-f019-4df4-a664-57a6d0f86b9a" providerId="ADAL" clId="{7A61BBB9-52A2-5249-ADC6-1FF2D97CF9F2}" dt="2026-03-25T13:11:23.414" v="4141"/>
      <pc:docMkLst>
        <pc:docMk/>
      </pc:docMkLst>
      <pc:sldChg chg="addSp modSp mod">
        <pc:chgData name="Sanchez Ricol, Aida" userId="1cc2c45a-f019-4df4-a664-57a6d0f86b9a" providerId="ADAL" clId="{7A61BBB9-52A2-5249-ADC6-1FF2D97CF9F2}" dt="2026-03-24T21:01:39.758" v="3550" actId="1076"/>
        <pc:sldMkLst>
          <pc:docMk/>
          <pc:sldMk cId="2772805522" sldId="256"/>
        </pc:sldMkLst>
        <pc:spChg chg="add mod">
          <ac:chgData name="Sanchez Ricol, Aida" userId="1cc2c45a-f019-4df4-a664-57a6d0f86b9a" providerId="ADAL" clId="{7A61BBB9-52A2-5249-ADC6-1FF2D97CF9F2}" dt="2026-03-22T23:38:00.903" v="3162" actId="12788"/>
          <ac:spMkLst>
            <pc:docMk/>
            <pc:sldMk cId="2772805522" sldId="256"/>
            <ac:spMk id="2" creationId="{6E00934E-D88B-049A-06FA-0913527BA3E4}"/>
          </ac:spMkLst>
        </pc:spChg>
        <pc:spChg chg="mod">
          <ac:chgData name="Sanchez Ricol, Aida" userId="1cc2c45a-f019-4df4-a664-57a6d0f86b9a" providerId="ADAL" clId="{7A61BBB9-52A2-5249-ADC6-1FF2D97CF9F2}" dt="2026-03-22T23:38:00.903" v="3162" actId="12788"/>
          <ac:spMkLst>
            <pc:docMk/>
            <pc:sldMk cId="2772805522" sldId="256"/>
            <ac:spMk id="4" creationId="{CBBE4477-9D61-13F8-61FA-9BF5B11DC0E4}"/>
          </ac:spMkLst>
        </pc:spChg>
        <pc:spChg chg="mod">
          <ac:chgData name="Sanchez Ricol, Aida" userId="1cc2c45a-f019-4df4-a664-57a6d0f86b9a" providerId="ADAL" clId="{7A61BBB9-52A2-5249-ADC6-1FF2D97CF9F2}" dt="2026-03-22T23:38:00.903" v="3162" actId="12788"/>
          <ac:spMkLst>
            <pc:docMk/>
            <pc:sldMk cId="2772805522" sldId="256"/>
            <ac:spMk id="5" creationId="{2973A68C-BA32-FFF6-B290-9E6BBBAADE39}"/>
          </ac:spMkLst>
        </pc:spChg>
        <pc:spChg chg="mod">
          <ac:chgData name="Sanchez Ricol, Aida" userId="1cc2c45a-f019-4df4-a664-57a6d0f86b9a" providerId="ADAL" clId="{7A61BBB9-52A2-5249-ADC6-1FF2D97CF9F2}" dt="2026-03-22T23:38:00.903" v="3162" actId="12788"/>
          <ac:spMkLst>
            <pc:docMk/>
            <pc:sldMk cId="2772805522" sldId="256"/>
            <ac:spMk id="6" creationId="{9C017944-85F1-E97C-EB83-FF0BC339185E}"/>
          </ac:spMkLst>
        </pc:spChg>
        <pc:picChg chg="mod">
          <ac:chgData name="Sanchez Ricol, Aida" userId="1cc2c45a-f019-4df4-a664-57a6d0f86b9a" providerId="ADAL" clId="{7A61BBB9-52A2-5249-ADC6-1FF2D97CF9F2}" dt="2026-03-24T21:01:37.145" v="3549" actId="1076"/>
          <ac:picMkLst>
            <pc:docMk/>
            <pc:sldMk cId="2772805522" sldId="256"/>
            <ac:picMk id="7" creationId="{BC2EE55A-BA25-A3D4-B2B6-3FBC11048E3C}"/>
          </ac:picMkLst>
        </pc:picChg>
        <pc:picChg chg="mod">
          <ac:chgData name="Sanchez Ricol, Aida" userId="1cc2c45a-f019-4df4-a664-57a6d0f86b9a" providerId="ADAL" clId="{7A61BBB9-52A2-5249-ADC6-1FF2D97CF9F2}" dt="2026-03-24T21:01:39.758" v="3550" actId="1076"/>
          <ac:picMkLst>
            <pc:docMk/>
            <pc:sldMk cId="2772805522" sldId="256"/>
            <ac:picMk id="8" creationId="{53551896-EED2-095C-A8E5-9ED13A89D061}"/>
          </ac:picMkLst>
        </pc:picChg>
      </pc:sldChg>
      <pc:sldChg chg="modSp mod modAnim">
        <pc:chgData name="Sanchez Ricol, Aida" userId="1cc2c45a-f019-4df4-a664-57a6d0f86b9a" providerId="ADAL" clId="{7A61BBB9-52A2-5249-ADC6-1FF2D97CF9F2}" dt="2026-03-24T21:32:49.524" v="3733" actId="20577"/>
        <pc:sldMkLst>
          <pc:docMk/>
          <pc:sldMk cId="1994347369" sldId="258"/>
        </pc:sldMkLst>
        <pc:spChg chg="mod">
          <ac:chgData name="Sanchez Ricol, Aida" userId="1cc2c45a-f019-4df4-a664-57a6d0f86b9a" providerId="ADAL" clId="{7A61BBB9-52A2-5249-ADC6-1FF2D97CF9F2}" dt="2026-03-22T13:51:17.991" v="80" actId="1076"/>
          <ac:spMkLst>
            <pc:docMk/>
            <pc:sldMk cId="1994347369" sldId="258"/>
            <ac:spMk id="8" creationId="{D3D22BD3-5BF4-6B84-76A6-96E8D70C5D05}"/>
          </ac:spMkLst>
        </pc:spChg>
        <pc:spChg chg="mod">
          <ac:chgData name="Sanchez Ricol, Aida" userId="1cc2c45a-f019-4df4-a664-57a6d0f86b9a" providerId="ADAL" clId="{7A61BBB9-52A2-5249-ADC6-1FF2D97CF9F2}" dt="2026-03-24T21:32:49.524" v="3733" actId="20577"/>
          <ac:spMkLst>
            <pc:docMk/>
            <pc:sldMk cId="1994347369" sldId="258"/>
            <ac:spMk id="13" creationId="{3458A436-D836-4B2B-2849-8E023C712CA0}"/>
          </ac:spMkLst>
        </pc:spChg>
      </pc:sldChg>
      <pc:sldChg chg="modSp mod modAnim">
        <pc:chgData name="Sanchez Ricol, Aida" userId="1cc2c45a-f019-4df4-a664-57a6d0f86b9a" providerId="ADAL" clId="{7A61BBB9-52A2-5249-ADC6-1FF2D97CF9F2}" dt="2026-03-24T21:03:03.447" v="3554"/>
        <pc:sldMkLst>
          <pc:docMk/>
          <pc:sldMk cId="3888429166" sldId="259"/>
        </pc:sldMkLst>
        <pc:spChg chg="mod">
          <ac:chgData name="Sanchez Ricol, Aida" userId="1cc2c45a-f019-4df4-a664-57a6d0f86b9a" providerId="ADAL" clId="{7A61BBB9-52A2-5249-ADC6-1FF2D97CF9F2}" dt="2026-03-18T16:57:11.212" v="0" actId="20577"/>
          <ac:spMkLst>
            <pc:docMk/>
            <pc:sldMk cId="3888429166" sldId="259"/>
            <ac:spMk id="10" creationId="{77BD7E57-34A0-827B-E8BB-8670E299AACD}"/>
          </ac:spMkLst>
        </pc:spChg>
      </pc:sldChg>
      <pc:sldChg chg="addSp modSp mod modAnim">
        <pc:chgData name="Sanchez Ricol, Aida" userId="1cc2c45a-f019-4df4-a664-57a6d0f86b9a" providerId="ADAL" clId="{7A61BBB9-52A2-5249-ADC6-1FF2D97CF9F2}" dt="2026-03-24T21:05:16.509" v="3567"/>
        <pc:sldMkLst>
          <pc:docMk/>
          <pc:sldMk cId="2016515431" sldId="260"/>
        </pc:sldMkLst>
        <pc:picChg chg="add mod">
          <ac:chgData name="Sanchez Ricol, Aida" userId="1cc2c45a-f019-4df4-a664-57a6d0f86b9a" providerId="ADAL" clId="{7A61BBB9-52A2-5249-ADC6-1FF2D97CF9F2}" dt="2026-03-24T21:04:07.516" v="3557" actId="167"/>
          <ac:picMkLst>
            <pc:docMk/>
            <pc:sldMk cId="2016515431" sldId="260"/>
            <ac:picMk id="2" creationId="{C4FE22DB-D264-30F5-2D2C-8211E0A93321}"/>
          </ac:picMkLst>
        </pc:picChg>
        <pc:picChg chg="mod">
          <ac:chgData name="Sanchez Ricol, Aida" userId="1cc2c45a-f019-4df4-a664-57a6d0f86b9a" providerId="ADAL" clId="{7A61BBB9-52A2-5249-ADC6-1FF2D97CF9F2}" dt="2026-03-24T21:04:15.428" v="3559" actId="1076"/>
          <ac:picMkLst>
            <pc:docMk/>
            <pc:sldMk cId="2016515431" sldId="260"/>
            <ac:picMk id="3" creationId="{855870EE-2621-669E-546E-293ED89EF10C}"/>
          </ac:picMkLst>
        </pc:picChg>
      </pc:sldChg>
      <pc:sldChg chg="modAnim">
        <pc:chgData name="Sanchez Ricol, Aida" userId="1cc2c45a-f019-4df4-a664-57a6d0f86b9a" providerId="ADAL" clId="{7A61BBB9-52A2-5249-ADC6-1FF2D97CF9F2}" dt="2026-03-24T21:07:02.278" v="3585"/>
        <pc:sldMkLst>
          <pc:docMk/>
          <pc:sldMk cId="3922292103" sldId="262"/>
        </pc:sldMkLst>
      </pc:sldChg>
      <pc:sldChg chg="modSp mod modAnim">
        <pc:chgData name="Sanchez Ricol, Aida" userId="1cc2c45a-f019-4df4-a664-57a6d0f86b9a" providerId="ADAL" clId="{7A61BBB9-52A2-5249-ADC6-1FF2D97CF9F2}" dt="2026-03-24T21:48:43.483" v="3735" actId="20577"/>
        <pc:sldMkLst>
          <pc:docMk/>
          <pc:sldMk cId="2210393887" sldId="263"/>
        </pc:sldMkLst>
        <pc:spChg chg="mod">
          <ac:chgData name="Sanchez Ricol, Aida" userId="1cc2c45a-f019-4df4-a664-57a6d0f86b9a" providerId="ADAL" clId="{7A61BBB9-52A2-5249-ADC6-1FF2D97CF9F2}" dt="2026-03-24T21:48:43.483" v="3735" actId="20577"/>
          <ac:spMkLst>
            <pc:docMk/>
            <pc:sldMk cId="2210393887" sldId="263"/>
            <ac:spMk id="9" creationId="{9E4F0340-9DF8-A004-42AA-5035C6CFB9D3}"/>
          </ac:spMkLst>
        </pc:spChg>
        <pc:spChg chg="mod">
          <ac:chgData name="Sanchez Ricol, Aida" userId="1cc2c45a-f019-4df4-a664-57a6d0f86b9a" providerId="ADAL" clId="{7A61BBB9-52A2-5249-ADC6-1FF2D97CF9F2}" dt="2026-03-22T13:52:35.848" v="82" actId="20577"/>
          <ac:spMkLst>
            <pc:docMk/>
            <pc:sldMk cId="2210393887" sldId="263"/>
            <ac:spMk id="25" creationId="{C48316F7-047C-059B-2E74-755B8D5294E3}"/>
          </ac:spMkLst>
        </pc:spChg>
      </pc:sldChg>
      <pc:sldChg chg="addSp delSp modSp mod">
        <pc:chgData name="Sanchez Ricol, Aida" userId="1cc2c45a-f019-4df4-a664-57a6d0f86b9a" providerId="ADAL" clId="{7A61BBB9-52A2-5249-ADC6-1FF2D97CF9F2}" dt="2026-03-25T12:46:51.425" v="3939" actId="21"/>
        <pc:sldMkLst>
          <pc:docMk/>
          <pc:sldMk cId="814369189" sldId="265"/>
        </pc:sldMkLst>
        <pc:spChg chg="mod">
          <ac:chgData name="Sanchez Ricol, Aida" userId="1cc2c45a-f019-4df4-a664-57a6d0f86b9a" providerId="ADAL" clId="{7A61BBB9-52A2-5249-ADC6-1FF2D97CF9F2}" dt="2026-03-24T21:08:09.317" v="3596" actId="1076"/>
          <ac:spMkLst>
            <pc:docMk/>
            <pc:sldMk cId="814369189" sldId="265"/>
            <ac:spMk id="3" creationId="{BCEE9FC3-2FD9-C70B-4A2D-D814E56C5A41}"/>
          </ac:spMkLst>
        </pc:spChg>
        <pc:spChg chg="mod">
          <ac:chgData name="Sanchez Ricol, Aida" userId="1cc2c45a-f019-4df4-a664-57a6d0f86b9a" providerId="ADAL" clId="{7A61BBB9-52A2-5249-ADC6-1FF2D97CF9F2}" dt="2026-03-24T21:07:55.122" v="3592" actId="1076"/>
          <ac:spMkLst>
            <pc:docMk/>
            <pc:sldMk cId="814369189" sldId="265"/>
            <ac:spMk id="7" creationId="{0FCBBD8D-655A-4CB2-98DA-391410E5E3C2}"/>
          </ac:spMkLst>
        </pc:spChg>
        <pc:spChg chg="mod">
          <ac:chgData name="Sanchez Ricol, Aida" userId="1cc2c45a-f019-4df4-a664-57a6d0f86b9a" providerId="ADAL" clId="{7A61BBB9-52A2-5249-ADC6-1FF2D97CF9F2}" dt="2026-03-24T21:08:04.643" v="3595" actId="1076"/>
          <ac:spMkLst>
            <pc:docMk/>
            <pc:sldMk cId="814369189" sldId="265"/>
            <ac:spMk id="10" creationId="{11A8C491-484D-9057-4D86-D6535176D3A2}"/>
          </ac:spMkLst>
        </pc:spChg>
        <pc:spChg chg="mod">
          <ac:chgData name="Sanchez Ricol, Aida" userId="1cc2c45a-f019-4df4-a664-57a6d0f86b9a" providerId="ADAL" clId="{7A61BBB9-52A2-5249-ADC6-1FF2D97CF9F2}" dt="2026-03-24T21:01:20.759" v="3548" actId="1076"/>
          <ac:spMkLst>
            <pc:docMk/>
            <pc:sldMk cId="814369189" sldId="265"/>
            <ac:spMk id="12" creationId="{83803289-3380-3E15-9AB3-065ABD309055}"/>
          </ac:spMkLst>
        </pc:spChg>
        <pc:spChg chg="mod">
          <ac:chgData name="Sanchez Ricol, Aida" userId="1cc2c45a-f019-4df4-a664-57a6d0f86b9a" providerId="ADAL" clId="{7A61BBB9-52A2-5249-ADC6-1FF2D97CF9F2}" dt="2026-03-24T21:01:03.294" v="3543" actId="1076"/>
          <ac:spMkLst>
            <pc:docMk/>
            <pc:sldMk cId="814369189" sldId="265"/>
            <ac:spMk id="13" creationId="{C6D3EFE2-8CBF-D313-79B0-1926EB2F7D57}"/>
          </ac:spMkLst>
        </pc:spChg>
        <pc:spChg chg="mod">
          <ac:chgData name="Sanchez Ricol, Aida" userId="1cc2c45a-f019-4df4-a664-57a6d0f86b9a" providerId="ADAL" clId="{7A61BBB9-52A2-5249-ADC6-1FF2D97CF9F2}" dt="2026-03-24T21:07:48.154" v="3588" actId="14100"/>
          <ac:spMkLst>
            <pc:docMk/>
            <pc:sldMk cId="814369189" sldId="265"/>
            <ac:spMk id="14" creationId="{FCBD5127-1E3B-708E-7F7C-5AD5DC61163D}"/>
          </ac:spMkLst>
        </pc:spChg>
        <pc:picChg chg="add del mod">
          <ac:chgData name="Sanchez Ricol, Aida" userId="1cc2c45a-f019-4df4-a664-57a6d0f86b9a" providerId="ADAL" clId="{7A61BBB9-52A2-5249-ADC6-1FF2D97CF9F2}" dt="2026-03-25T12:46:51.425" v="3939" actId="21"/>
          <ac:picMkLst>
            <pc:docMk/>
            <pc:sldMk cId="814369189" sldId="265"/>
            <ac:picMk id="8" creationId="{3D5DAB1C-7618-C9A0-A27C-EBA4022BC0DD}"/>
          </ac:picMkLst>
        </pc:picChg>
      </pc:sldChg>
      <pc:sldChg chg="addSp delSp modSp mod modAnim">
        <pc:chgData name="Sanchez Ricol, Aida" userId="1cc2c45a-f019-4df4-a664-57a6d0f86b9a" providerId="ADAL" clId="{7A61BBB9-52A2-5249-ADC6-1FF2D97CF9F2}" dt="2026-03-24T21:08:24.553" v="3597"/>
        <pc:sldMkLst>
          <pc:docMk/>
          <pc:sldMk cId="850088026" sldId="266"/>
        </pc:sldMkLst>
        <pc:spChg chg="mod">
          <ac:chgData name="Sanchez Ricol, Aida" userId="1cc2c45a-f019-4df4-a664-57a6d0f86b9a" providerId="ADAL" clId="{7A61BBB9-52A2-5249-ADC6-1FF2D97CF9F2}" dt="2026-03-22T13:59:37.468" v="166" actId="1076"/>
          <ac:spMkLst>
            <pc:docMk/>
            <pc:sldMk cId="850088026" sldId="266"/>
            <ac:spMk id="8" creationId="{C11544B9-53F1-FEE4-C557-E3204E753AE2}"/>
          </ac:spMkLst>
        </pc:spChg>
        <pc:spChg chg="add mod">
          <ac:chgData name="Sanchez Ricol, Aida" userId="1cc2c45a-f019-4df4-a664-57a6d0f86b9a" providerId="ADAL" clId="{7A61BBB9-52A2-5249-ADC6-1FF2D97CF9F2}" dt="2026-03-22T16:16:31.612" v="1653" actId="14100"/>
          <ac:spMkLst>
            <pc:docMk/>
            <pc:sldMk cId="850088026" sldId="266"/>
            <ac:spMk id="12" creationId="{9C56220D-838A-5AFD-FA3D-410DA03CF6FB}"/>
          </ac:spMkLst>
        </pc:spChg>
      </pc:sldChg>
      <pc:sldChg chg="addSp delSp modSp add mod delAnim modAnim">
        <pc:chgData name="Sanchez Ricol, Aida" userId="1cc2c45a-f019-4df4-a664-57a6d0f86b9a" providerId="ADAL" clId="{7A61BBB9-52A2-5249-ADC6-1FF2D97CF9F2}" dt="2026-03-25T12:53:23.683" v="3990"/>
        <pc:sldMkLst>
          <pc:docMk/>
          <pc:sldMk cId="4065389547" sldId="267"/>
        </pc:sldMkLst>
        <pc:spChg chg="mod">
          <ac:chgData name="Sanchez Ricol, Aida" userId="1cc2c45a-f019-4df4-a664-57a6d0f86b9a" providerId="ADAL" clId="{7A61BBB9-52A2-5249-ADC6-1FF2D97CF9F2}" dt="2026-03-22T13:59:16.112" v="161" actId="13822"/>
          <ac:spMkLst>
            <pc:docMk/>
            <pc:sldMk cId="4065389547" sldId="267"/>
            <ac:spMk id="2" creationId="{51E0CF57-94D7-A8E2-9553-5245A0E946CD}"/>
          </ac:spMkLst>
        </pc:spChg>
        <pc:spChg chg="mod">
          <ac:chgData name="Sanchez Ricol, Aida" userId="1cc2c45a-f019-4df4-a664-57a6d0f86b9a" providerId="ADAL" clId="{7A61BBB9-52A2-5249-ADC6-1FF2D97CF9F2}" dt="2026-03-22T13:58:59.266" v="156" actId="1076"/>
          <ac:spMkLst>
            <pc:docMk/>
            <pc:sldMk cId="4065389547" sldId="267"/>
            <ac:spMk id="16" creationId="{D3A42B74-C3FA-D7C6-82C8-C337B4E61E5C}"/>
          </ac:spMkLst>
        </pc:spChg>
        <pc:picChg chg="add del mod">
          <ac:chgData name="Sanchez Ricol, Aida" userId="1cc2c45a-f019-4df4-a664-57a6d0f86b9a" providerId="ADAL" clId="{7A61BBB9-52A2-5249-ADC6-1FF2D97CF9F2}" dt="2026-03-25T12:51:22.207" v="3968" actId="478"/>
          <ac:picMkLst>
            <pc:docMk/>
            <pc:sldMk cId="4065389547" sldId="267"/>
            <ac:picMk id="3" creationId="{8CF0CB23-E1C8-E301-E79C-D39BA278F337}"/>
          </ac:picMkLst>
        </pc:picChg>
        <pc:picChg chg="add mod">
          <ac:chgData name="Sanchez Ricol, Aida" userId="1cc2c45a-f019-4df4-a664-57a6d0f86b9a" providerId="ADAL" clId="{7A61BBB9-52A2-5249-ADC6-1FF2D97CF9F2}" dt="2026-03-25T12:53:18.880" v="3988" actId="1076"/>
          <ac:picMkLst>
            <pc:docMk/>
            <pc:sldMk cId="4065389547" sldId="267"/>
            <ac:picMk id="8" creationId="{E1CACA03-0078-A35C-45AE-6A9FD81FB54A}"/>
          </ac:picMkLst>
        </pc:picChg>
        <pc:picChg chg="add del mod">
          <ac:chgData name="Sanchez Ricol, Aida" userId="1cc2c45a-f019-4df4-a664-57a6d0f86b9a" providerId="ADAL" clId="{7A61BBB9-52A2-5249-ADC6-1FF2D97CF9F2}" dt="2026-03-24T21:08:44.302" v="3600" actId="1076"/>
          <ac:picMkLst>
            <pc:docMk/>
            <pc:sldMk cId="4065389547" sldId="267"/>
            <ac:picMk id="10" creationId="{77A81303-3B54-9527-89E7-5D9811008BAC}"/>
          </ac:picMkLst>
        </pc:picChg>
        <pc:picChg chg="add mod">
          <ac:chgData name="Sanchez Ricol, Aida" userId="1cc2c45a-f019-4df4-a664-57a6d0f86b9a" providerId="ADAL" clId="{7A61BBB9-52A2-5249-ADC6-1FF2D97CF9F2}" dt="2026-03-25T12:52:42.180" v="3980" actId="1076"/>
          <ac:picMkLst>
            <pc:docMk/>
            <pc:sldMk cId="4065389547" sldId="267"/>
            <ac:picMk id="12" creationId="{69937202-AF59-5C26-5B3E-59C314366742}"/>
          </ac:picMkLst>
        </pc:picChg>
        <pc:picChg chg="add mod">
          <ac:chgData name="Sanchez Ricol, Aida" userId="1cc2c45a-f019-4df4-a664-57a6d0f86b9a" providerId="ADAL" clId="{7A61BBB9-52A2-5249-ADC6-1FF2D97CF9F2}" dt="2026-03-24T21:11:46.582" v="3621" actId="166"/>
          <ac:picMkLst>
            <pc:docMk/>
            <pc:sldMk cId="4065389547" sldId="267"/>
            <ac:picMk id="13" creationId="{644DCFB3-7268-96CA-2BE1-1112BFAC2217}"/>
          </ac:picMkLst>
        </pc:picChg>
        <pc:picChg chg="add mod">
          <ac:chgData name="Sanchez Ricol, Aida" userId="1cc2c45a-f019-4df4-a664-57a6d0f86b9a" providerId="ADAL" clId="{7A61BBB9-52A2-5249-ADC6-1FF2D97CF9F2}" dt="2026-03-24T21:11:52.332" v="3622" actId="166"/>
          <ac:picMkLst>
            <pc:docMk/>
            <pc:sldMk cId="4065389547" sldId="267"/>
            <ac:picMk id="15" creationId="{B00A5DDC-D2A4-2131-ADC0-55A5805F595B}"/>
          </ac:picMkLst>
        </pc:picChg>
        <pc:picChg chg="add mod">
          <ac:chgData name="Sanchez Ricol, Aida" userId="1cc2c45a-f019-4df4-a664-57a6d0f86b9a" providerId="ADAL" clId="{7A61BBB9-52A2-5249-ADC6-1FF2D97CF9F2}" dt="2026-03-25T12:52:14.948" v="3974" actId="1076"/>
          <ac:picMkLst>
            <pc:docMk/>
            <pc:sldMk cId="4065389547" sldId="267"/>
            <ac:picMk id="17" creationId="{ED5F15E6-6DE7-7AF5-5185-7C891E39568E}"/>
          </ac:picMkLst>
        </pc:picChg>
        <pc:picChg chg="add del mod">
          <ac:chgData name="Sanchez Ricol, Aida" userId="1cc2c45a-f019-4df4-a664-57a6d0f86b9a" providerId="ADAL" clId="{7A61BBB9-52A2-5249-ADC6-1FF2D97CF9F2}" dt="2026-03-25T12:52:12.467" v="3973" actId="478"/>
          <ac:picMkLst>
            <pc:docMk/>
            <pc:sldMk cId="4065389547" sldId="267"/>
            <ac:picMk id="19" creationId="{027C445B-269C-0F5C-D09F-A5D1A82A5C57}"/>
          </ac:picMkLst>
        </pc:picChg>
        <pc:picChg chg="add del mod">
          <ac:chgData name="Sanchez Ricol, Aida" userId="1cc2c45a-f019-4df4-a664-57a6d0f86b9a" providerId="ADAL" clId="{7A61BBB9-52A2-5249-ADC6-1FF2D97CF9F2}" dt="2026-03-25T12:48:20.961" v="3952" actId="478"/>
          <ac:picMkLst>
            <pc:docMk/>
            <pc:sldMk cId="4065389547" sldId="267"/>
            <ac:picMk id="21" creationId="{ABDF9369-951E-5985-6BD0-FB9B616A1B04}"/>
          </ac:picMkLst>
        </pc:picChg>
        <pc:picChg chg="add del mod">
          <ac:chgData name="Sanchez Ricol, Aida" userId="1cc2c45a-f019-4df4-a664-57a6d0f86b9a" providerId="ADAL" clId="{7A61BBB9-52A2-5249-ADC6-1FF2D97CF9F2}" dt="2026-03-25T12:51:19.940" v="3967" actId="478"/>
          <ac:picMkLst>
            <pc:docMk/>
            <pc:sldMk cId="4065389547" sldId="267"/>
            <ac:picMk id="23" creationId="{9FFF0468-C568-3E15-F2B7-ED8C25C3D856}"/>
          </ac:picMkLst>
        </pc:picChg>
      </pc:sldChg>
      <pc:sldChg chg="addSp delSp modSp add mod delAnim modAnim">
        <pc:chgData name="Sanchez Ricol, Aida" userId="1cc2c45a-f019-4df4-a664-57a6d0f86b9a" providerId="ADAL" clId="{7A61BBB9-52A2-5249-ADC6-1FF2D97CF9F2}" dt="2026-03-24T21:13:15.509" v="3627"/>
        <pc:sldMkLst>
          <pc:docMk/>
          <pc:sldMk cId="1760437489" sldId="268"/>
        </pc:sldMkLst>
        <pc:spChg chg="add mod">
          <ac:chgData name="Sanchez Ricol, Aida" userId="1cc2c45a-f019-4df4-a664-57a6d0f86b9a" providerId="ADAL" clId="{7A61BBB9-52A2-5249-ADC6-1FF2D97CF9F2}" dt="2026-03-22T14:18:59.648" v="366"/>
          <ac:spMkLst>
            <pc:docMk/>
            <pc:sldMk cId="1760437489" sldId="268"/>
            <ac:spMk id="3" creationId="{11BECB91-CB94-A480-B809-CFB8BAE4F8B5}"/>
          </ac:spMkLst>
        </pc:spChg>
        <pc:spChg chg="add mod">
          <ac:chgData name="Sanchez Ricol, Aida" userId="1cc2c45a-f019-4df4-a664-57a6d0f86b9a" providerId="ADAL" clId="{7A61BBB9-52A2-5249-ADC6-1FF2D97CF9F2}" dt="2026-03-22T14:18:27.921" v="358" actId="1076"/>
          <ac:spMkLst>
            <pc:docMk/>
            <pc:sldMk cId="1760437489" sldId="268"/>
            <ac:spMk id="28" creationId="{92200CD3-1780-0E1B-C8C7-6C5B3ECD0C65}"/>
          </ac:spMkLst>
        </pc:spChg>
        <pc:spChg chg="add mod">
          <ac:chgData name="Sanchez Ricol, Aida" userId="1cc2c45a-f019-4df4-a664-57a6d0f86b9a" providerId="ADAL" clId="{7A61BBB9-52A2-5249-ADC6-1FF2D97CF9F2}" dt="2026-03-22T14:18:30.155" v="359" actId="1076"/>
          <ac:spMkLst>
            <pc:docMk/>
            <pc:sldMk cId="1760437489" sldId="268"/>
            <ac:spMk id="29" creationId="{C2C621BC-D7DA-B42C-20DF-6C70C88BF1E9}"/>
          </ac:spMkLst>
        </pc:spChg>
        <pc:spChg chg="add mod">
          <ac:chgData name="Sanchez Ricol, Aida" userId="1cc2c45a-f019-4df4-a664-57a6d0f86b9a" providerId="ADAL" clId="{7A61BBB9-52A2-5249-ADC6-1FF2D97CF9F2}" dt="2026-03-22T14:28:01.180" v="491" actId="1076"/>
          <ac:spMkLst>
            <pc:docMk/>
            <pc:sldMk cId="1760437489" sldId="268"/>
            <ac:spMk id="32" creationId="{E490B172-7BCB-8BB4-79AC-08CA1BDBCFD6}"/>
          </ac:spMkLst>
        </pc:spChg>
        <pc:spChg chg="add mod">
          <ac:chgData name="Sanchez Ricol, Aida" userId="1cc2c45a-f019-4df4-a664-57a6d0f86b9a" providerId="ADAL" clId="{7A61BBB9-52A2-5249-ADC6-1FF2D97CF9F2}" dt="2026-03-22T14:21:29.078" v="461" actId="114"/>
          <ac:spMkLst>
            <pc:docMk/>
            <pc:sldMk cId="1760437489" sldId="268"/>
            <ac:spMk id="34" creationId="{42AD2355-1D41-1151-59C7-4471F628D172}"/>
          </ac:spMkLst>
        </pc:spChg>
        <pc:spChg chg="add mod">
          <ac:chgData name="Sanchez Ricol, Aida" userId="1cc2c45a-f019-4df4-a664-57a6d0f86b9a" providerId="ADAL" clId="{7A61BBB9-52A2-5249-ADC6-1FF2D97CF9F2}" dt="2026-03-22T14:21:32.989" v="462" actId="114"/>
          <ac:spMkLst>
            <pc:docMk/>
            <pc:sldMk cId="1760437489" sldId="268"/>
            <ac:spMk id="35" creationId="{97689C4C-6B90-FCCF-1FF9-380F1CDCA801}"/>
          </ac:spMkLst>
        </pc:spChg>
        <pc:spChg chg="add mod">
          <ac:chgData name="Sanchez Ricol, Aida" userId="1cc2c45a-f019-4df4-a664-57a6d0f86b9a" providerId="ADAL" clId="{7A61BBB9-52A2-5249-ADC6-1FF2D97CF9F2}" dt="2026-03-22T14:21:46.070" v="470" actId="1076"/>
          <ac:spMkLst>
            <pc:docMk/>
            <pc:sldMk cId="1760437489" sldId="268"/>
            <ac:spMk id="36" creationId="{96913227-4321-D8E2-8E2C-3CF46CD268DB}"/>
          </ac:spMkLst>
        </pc:spChg>
        <pc:spChg chg="add del mod">
          <ac:chgData name="Sanchez Ricol, Aida" userId="1cc2c45a-f019-4df4-a664-57a6d0f86b9a" providerId="ADAL" clId="{7A61BBB9-52A2-5249-ADC6-1FF2D97CF9F2}" dt="2026-03-24T20:36:18.976" v="3475" actId="478"/>
          <ac:spMkLst>
            <pc:docMk/>
            <pc:sldMk cId="1760437489" sldId="268"/>
            <ac:spMk id="40" creationId="{64C84469-8A16-6AF2-E6D7-411612B17764}"/>
          </ac:spMkLst>
        </pc:spChg>
        <pc:picChg chg="add del mod">
          <ac:chgData name="Sanchez Ricol, Aida" userId="1cc2c45a-f019-4df4-a664-57a6d0f86b9a" providerId="ADAL" clId="{7A61BBB9-52A2-5249-ADC6-1FF2D97CF9F2}" dt="2026-03-24T20:37:03.771" v="3477" actId="478"/>
          <ac:picMkLst>
            <pc:docMk/>
            <pc:sldMk cId="1760437489" sldId="268"/>
            <ac:picMk id="7" creationId="{C5DB1DA7-90BC-64B3-0A12-EF27CFA2CCA6}"/>
          </ac:picMkLst>
        </pc:picChg>
        <pc:picChg chg="add mod modCrop">
          <ac:chgData name="Sanchez Ricol, Aida" userId="1cc2c45a-f019-4df4-a664-57a6d0f86b9a" providerId="ADAL" clId="{7A61BBB9-52A2-5249-ADC6-1FF2D97CF9F2}" dt="2026-03-24T20:38:39.031" v="3486" actId="1076"/>
          <ac:picMkLst>
            <pc:docMk/>
            <pc:sldMk cId="1760437489" sldId="268"/>
            <ac:picMk id="8" creationId="{2FB5AF25-82E7-8904-EABD-391E38FA1083}"/>
          </ac:picMkLst>
        </pc:picChg>
        <pc:picChg chg="add mod">
          <ac:chgData name="Sanchez Ricol, Aida" userId="1cc2c45a-f019-4df4-a664-57a6d0f86b9a" providerId="ADAL" clId="{7A61BBB9-52A2-5249-ADC6-1FF2D97CF9F2}" dt="2026-03-22T14:16:39.276" v="330" actId="1076"/>
          <ac:picMkLst>
            <pc:docMk/>
            <pc:sldMk cId="1760437489" sldId="268"/>
            <ac:picMk id="22" creationId="{6B9AE41A-3EC5-A5B2-C734-CF553AEF6A9E}"/>
          </ac:picMkLst>
        </pc:picChg>
        <pc:picChg chg="add mod">
          <ac:chgData name="Sanchez Ricol, Aida" userId="1cc2c45a-f019-4df4-a664-57a6d0f86b9a" providerId="ADAL" clId="{7A61BBB9-52A2-5249-ADC6-1FF2D97CF9F2}" dt="2026-03-22T14:23:18.725" v="482" actId="1076"/>
          <ac:picMkLst>
            <pc:docMk/>
            <pc:sldMk cId="1760437489" sldId="268"/>
            <ac:picMk id="25" creationId="{08B1047C-F4E7-CB70-39EA-8473E1233CEE}"/>
          </ac:picMkLst>
        </pc:picChg>
        <pc:picChg chg="add mod">
          <ac:chgData name="Sanchez Ricol, Aida" userId="1cc2c45a-f019-4df4-a664-57a6d0f86b9a" providerId="ADAL" clId="{7A61BBB9-52A2-5249-ADC6-1FF2D97CF9F2}" dt="2026-03-22T14:25:18.232" v="487" actId="1076"/>
          <ac:picMkLst>
            <pc:docMk/>
            <pc:sldMk cId="1760437489" sldId="268"/>
            <ac:picMk id="39" creationId="{4379FF34-A963-5F41-5E37-3C8DA7DE0741}"/>
          </ac:picMkLst>
        </pc:picChg>
        <pc:cxnChg chg="add mod">
          <ac:chgData name="Sanchez Ricol, Aida" userId="1cc2c45a-f019-4df4-a664-57a6d0f86b9a" providerId="ADAL" clId="{7A61BBB9-52A2-5249-ADC6-1FF2D97CF9F2}" dt="2026-03-22T14:18:34.440" v="361" actId="1076"/>
          <ac:cxnSpMkLst>
            <pc:docMk/>
            <pc:sldMk cId="1760437489" sldId="268"/>
            <ac:cxnSpMk id="14" creationId="{AFCF3524-7CD0-9285-B2AB-F114D20EA6A4}"/>
          </ac:cxnSpMkLst>
        </pc:cxnChg>
        <pc:cxnChg chg="add mod">
          <ac:chgData name="Sanchez Ricol, Aida" userId="1cc2c45a-f019-4df4-a664-57a6d0f86b9a" providerId="ADAL" clId="{7A61BBB9-52A2-5249-ADC6-1FF2D97CF9F2}" dt="2026-03-22T14:18:32.712" v="360" actId="1076"/>
          <ac:cxnSpMkLst>
            <pc:docMk/>
            <pc:sldMk cId="1760437489" sldId="268"/>
            <ac:cxnSpMk id="31" creationId="{EDABEC70-D600-92AE-7ED8-C31B4DBD19DD}"/>
          </ac:cxnSpMkLst>
        </pc:cxnChg>
        <pc:cxnChg chg="add mod">
          <ac:chgData name="Sanchez Ricol, Aida" userId="1cc2c45a-f019-4df4-a664-57a6d0f86b9a" providerId="ADAL" clId="{7A61BBB9-52A2-5249-ADC6-1FF2D97CF9F2}" dt="2026-03-22T14:27:12.665" v="489" actId="1076"/>
          <ac:cxnSpMkLst>
            <pc:docMk/>
            <pc:sldMk cId="1760437489" sldId="268"/>
            <ac:cxnSpMk id="33" creationId="{61BC722A-93B3-2FF6-162F-83351C2708C0}"/>
          </ac:cxnSpMkLst>
        </pc:cxnChg>
        <pc:cxnChg chg="add mod">
          <ac:chgData name="Sanchez Ricol, Aida" userId="1cc2c45a-f019-4df4-a664-57a6d0f86b9a" providerId="ADAL" clId="{7A61BBB9-52A2-5249-ADC6-1FF2D97CF9F2}" dt="2026-03-22T14:22:11.230" v="474" actId="1076"/>
          <ac:cxnSpMkLst>
            <pc:docMk/>
            <pc:sldMk cId="1760437489" sldId="268"/>
            <ac:cxnSpMk id="37" creationId="{5FF7EF03-D972-0F01-AAF8-98113B400895}"/>
          </ac:cxnSpMkLst>
        </pc:cxnChg>
      </pc:sldChg>
      <pc:sldChg chg="addSp delSp modSp add mod modAnim">
        <pc:chgData name="Sanchez Ricol, Aida" userId="1cc2c45a-f019-4df4-a664-57a6d0f86b9a" providerId="ADAL" clId="{7A61BBB9-52A2-5249-ADC6-1FF2D97CF9F2}" dt="2026-03-24T21:16:31.458" v="3650"/>
        <pc:sldMkLst>
          <pc:docMk/>
          <pc:sldMk cId="879843246" sldId="269"/>
        </pc:sldMkLst>
        <pc:spChg chg="add mod">
          <ac:chgData name="Sanchez Ricol, Aida" userId="1cc2c45a-f019-4df4-a664-57a6d0f86b9a" providerId="ADAL" clId="{7A61BBB9-52A2-5249-ADC6-1FF2D97CF9F2}" dt="2026-03-22T16:13:49.112" v="1485" actId="20577"/>
          <ac:spMkLst>
            <pc:docMk/>
            <pc:sldMk cId="879843246" sldId="269"/>
            <ac:spMk id="7" creationId="{69DB8A3D-2F9A-4BCF-8D8D-3C11C04CF99F}"/>
          </ac:spMkLst>
        </pc:spChg>
        <pc:spChg chg="add mod">
          <ac:chgData name="Sanchez Ricol, Aida" userId="1cc2c45a-f019-4df4-a664-57a6d0f86b9a" providerId="ADAL" clId="{7A61BBB9-52A2-5249-ADC6-1FF2D97CF9F2}" dt="2026-03-24T21:16:08.664" v="3647" actId="20577"/>
          <ac:spMkLst>
            <pc:docMk/>
            <pc:sldMk cId="879843246" sldId="269"/>
            <ac:spMk id="9" creationId="{184F67AE-A2F1-C36F-2DB9-09202CD43679}"/>
          </ac:spMkLst>
        </pc:spChg>
        <pc:spChg chg="mod">
          <ac:chgData name="Sanchez Ricol, Aida" userId="1cc2c45a-f019-4df4-a664-57a6d0f86b9a" providerId="ADAL" clId="{7A61BBB9-52A2-5249-ADC6-1FF2D97CF9F2}" dt="2026-03-22T14:28:57.461" v="512" actId="20577"/>
          <ac:spMkLst>
            <pc:docMk/>
            <pc:sldMk cId="879843246" sldId="269"/>
            <ac:spMk id="11" creationId="{4831CB64-5CBB-A986-2CBF-AFFE1D381116}"/>
          </ac:spMkLst>
        </pc:spChg>
        <pc:spChg chg="add del mod">
          <ac:chgData name="Sanchez Ricol, Aida" userId="1cc2c45a-f019-4df4-a664-57a6d0f86b9a" providerId="ADAL" clId="{7A61BBB9-52A2-5249-ADC6-1FF2D97CF9F2}" dt="2026-03-24T20:40:08.675" v="3487" actId="478"/>
          <ac:spMkLst>
            <pc:docMk/>
            <pc:sldMk cId="879843246" sldId="269"/>
            <ac:spMk id="17" creationId="{D1159473-DD12-ACCB-593F-452F17CC3EAA}"/>
          </ac:spMkLst>
        </pc:spChg>
        <pc:spChg chg="add mod">
          <ac:chgData name="Sanchez Ricol, Aida" userId="1cc2c45a-f019-4df4-a664-57a6d0f86b9a" providerId="ADAL" clId="{7A61BBB9-52A2-5249-ADC6-1FF2D97CF9F2}" dt="2026-03-22T19:10:05.775" v="2266" actId="14100"/>
          <ac:spMkLst>
            <pc:docMk/>
            <pc:sldMk cId="879843246" sldId="269"/>
            <ac:spMk id="19" creationId="{689BA782-7A74-1058-FE08-5DA2E0FEFADD}"/>
          </ac:spMkLst>
        </pc:spChg>
        <pc:picChg chg="add mod modCrop">
          <ac:chgData name="Sanchez Ricol, Aida" userId="1cc2c45a-f019-4df4-a664-57a6d0f86b9a" providerId="ADAL" clId="{7A61BBB9-52A2-5249-ADC6-1FF2D97CF9F2}" dt="2026-03-24T20:44:14.004" v="3499" actId="1076"/>
          <ac:picMkLst>
            <pc:docMk/>
            <pc:sldMk cId="879843246" sldId="269"/>
            <ac:picMk id="2" creationId="{3DDD0EDC-EDCD-6BEB-2D12-014D80437F9A}"/>
          </ac:picMkLst>
        </pc:picChg>
        <pc:picChg chg="add mod">
          <ac:chgData name="Sanchez Ricol, Aida" userId="1cc2c45a-f019-4df4-a664-57a6d0f86b9a" providerId="ADAL" clId="{7A61BBB9-52A2-5249-ADC6-1FF2D97CF9F2}" dt="2026-03-22T16:14:04.507" v="1488" actId="1076"/>
          <ac:picMkLst>
            <pc:docMk/>
            <pc:sldMk cId="879843246" sldId="269"/>
            <ac:picMk id="12" creationId="{91EE5F51-A9B3-DD45-1878-19C4AFEE3A22}"/>
          </ac:picMkLst>
        </pc:picChg>
        <pc:picChg chg="add mod">
          <ac:chgData name="Sanchez Ricol, Aida" userId="1cc2c45a-f019-4df4-a664-57a6d0f86b9a" providerId="ADAL" clId="{7A61BBB9-52A2-5249-ADC6-1FF2D97CF9F2}" dt="2026-03-22T19:08:09.944" v="2188" actId="1076"/>
          <ac:picMkLst>
            <pc:docMk/>
            <pc:sldMk cId="879843246" sldId="269"/>
            <ac:picMk id="15" creationId="{D7E5EF53-8604-5B12-9581-C001AAF75952}"/>
          </ac:picMkLst>
        </pc:picChg>
      </pc:sldChg>
      <pc:sldChg chg="addSp delSp modSp add mod modAnim">
        <pc:chgData name="Sanchez Ricol, Aida" userId="1cc2c45a-f019-4df4-a664-57a6d0f86b9a" providerId="ADAL" clId="{7A61BBB9-52A2-5249-ADC6-1FF2D97CF9F2}" dt="2026-03-24T21:14:44.703" v="3632"/>
        <pc:sldMkLst>
          <pc:docMk/>
          <pc:sldMk cId="3335277075" sldId="270"/>
        </pc:sldMkLst>
        <pc:spChg chg="add mod">
          <ac:chgData name="Sanchez Ricol, Aida" userId="1cc2c45a-f019-4df4-a664-57a6d0f86b9a" providerId="ADAL" clId="{7A61BBB9-52A2-5249-ADC6-1FF2D97CF9F2}" dt="2026-03-22T15:42:58.260" v="959" actId="1076"/>
          <ac:spMkLst>
            <pc:docMk/>
            <pc:sldMk cId="3335277075" sldId="270"/>
            <ac:spMk id="10" creationId="{34CD4F55-BB99-9A91-96F9-E80F1ED8E381}"/>
          </ac:spMkLst>
        </pc:spChg>
        <pc:spChg chg="add mod">
          <ac:chgData name="Sanchez Ricol, Aida" userId="1cc2c45a-f019-4df4-a664-57a6d0f86b9a" providerId="ADAL" clId="{7A61BBB9-52A2-5249-ADC6-1FF2D97CF9F2}" dt="2026-03-22T15:46:59.597" v="1037" actId="1076"/>
          <ac:spMkLst>
            <pc:docMk/>
            <pc:sldMk cId="3335277075" sldId="270"/>
            <ac:spMk id="12" creationId="{0CCEF0CA-D85A-5EC1-312E-DFFC8BD9283D}"/>
          </ac:spMkLst>
        </pc:spChg>
        <pc:spChg chg="add mod">
          <ac:chgData name="Sanchez Ricol, Aida" userId="1cc2c45a-f019-4df4-a664-57a6d0f86b9a" providerId="ADAL" clId="{7A61BBB9-52A2-5249-ADC6-1FF2D97CF9F2}" dt="2026-03-24T21:14:19.847" v="3629" actId="1076"/>
          <ac:spMkLst>
            <pc:docMk/>
            <pc:sldMk cId="3335277075" sldId="270"/>
            <ac:spMk id="18" creationId="{B381C51E-2601-1C09-6E06-D6CE88E2B635}"/>
          </ac:spMkLst>
        </pc:spChg>
        <pc:spChg chg="add mod">
          <ac:chgData name="Sanchez Ricol, Aida" userId="1cc2c45a-f019-4df4-a664-57a6d0f86b9a" providerId="ADAL" clId="{7A61BBB9-52A2-5249-ADC6-1FF2D97CF9F2}" dt="2026-03-22T15:49:44.915" v="1092"/>
          <ac:spMkLst>
            <pc:docMk/>
            <pc:sldMk cId="3335277075" sldId="270"/>
            <ac:spMk id="20" creationId="{439B43A0-CF8D-0755-311E-6ED13C781386}"/>
          </ac:spMkLst>
        </pc:spChg>
        <pc:spChg chg="add mod">
          <ac:chgData name="Sanchez Ricol, Aida" userId="1cc2c45a-f019-4df4-a664-57a6d0f86b9a" providerId="ADAL" clId="{7A61BBB9-52A2-5249-ADC6-1FF2D97CF9F2}" dt="2026-03-24T20:58:40.756" v="3527" actId="13822"/>
          <ac:spMkLst>
            <pc:docMk/>
            <pc:sldMk cId="3335277075" sldId="270"/>
            <ac:spMk id="23" creationId="{D1DB1B27-D282-8BCE-1A99-88CE69DC55E5}"/>
          </ac:spMkLst>
        </pc:spChg>
        <pc:spChg chg="add mod">
          <ac:chgData name="Sanchez Ricol, Aida" userId="1cc2c45a-f019-4df4-a664-57a6d0f86b9a" providerId="ADAL" clId="{7A61BBB9-52A2-5249-ADC6-1FF2D97CF9F2}" dt="2026-03-22T16:09:58.067" v="1424"/>
          <ac:spMkLst>
            <pc:docMk/>
            <pc:sldMk cId="3335277075" sldId="270"/>
            <ac:spMk id="38" creationId="{94C37238-50CD-5B39-B97D-5B6B196CA16A}"/>
          </ac:spMkLst>
        </pc:spChg>
        <pc:picChg chg="add mod">
          <ac:chgData name="Sanchez Ricol, Aida" userId="1cc2c45a-f019-4df4-a664-57a6d0f86b9a" providerId="ADAL" clId="{7A61BBB9-52A2-5249-ADC6-1FF2D97CF9F2}" dt="2026-03-22T15:40:17.793" v="934" actId="14100"/>
          <ac:picMkLst>
            <pc:docMk/>
            <pc:sldMk cId="3335277075" sldId="270"/>
            <ac:picMk id="8" creationId="{550BE9E2-6D41-A520-8D49-E9511ED90C6D}"/>
          </ac:picMkLst>
        </pc:picChg>
        <pc:picChg chg="add mod">
          <ac:chgData name="Sanchez Ricol, Aida" userId="1cc2c45a-f019-4df4-a664-57a6d0f86b9a" providerId="ADAL" clId="{7A61BBB9-52A2-5249-ADC6-1FF2D97CF9F2}" dt="2026-03-22T16:10:45.897" v="1433" actId="1076"/>
          <ac:picMkLst>
            <pc:docMk/>
            <pc:sldMk cId="3335277075" sldId="270"/>
            <ac:picMk id="21" creationId="{9223A941-4E3E-A57B-2A34-B4093A076177}"/>
          </ac:picMkLst>
        </pc:picChg>
        <pc:cxnChg chg="add mod">
          <ac:chgData name="Sanchez Ricol, Aida" userId="1cc2c45a-f019-4df4-a664-57a6d0f86b9a" providerId="ADAL" clId="{7A61BBB9-52A2-5249-ADC6-1FF2D97CF9F2}" dt="2026-03-22T15:51:23.622" v="1161" actId="1076"/>
          <ac:cxnSpMkLst>
            <pc:docMk/>
            <pc:sldMk cId="3335277075" sldId="270"/>
            <ac:cxnSpMk id="24" creationId="{050B02AB-16DE-AB24-60A3-3BA0457FF01D}"/>
          </ac:cxnSpMkLst>
        </pc:cxnChg>
      </pc:sldChg>
      <pc:sldChg chg="addSp delSp modSp add mod delAnim modAnim">
        <pc:chgData name="Sanchez Ricol, Aida" userId="1cc2c45a-f019-4df4-a664-57a6d0f86b9a" providerId="ADAL" clId="{7A61BBB9-52A2-5249-ADC6-1FF2D97CF9F2}" dt="2026-03-25T13:11:23.414" v="4141"/>
        <pc:sldMkLst>
          <pc:docMk/>
          <pc:sldMk cId="1820470659" sldId="271"/>
        </pc:sldMkLst>
        <pc:spChg chg="add del mod">
          <ac:chgData name="Sanchez Ricol, Aida" userId="1cc2c45a-f019-4df4-a664-57a6d0f86b9a" providerId="ADAL" clId="{7A61BBB9-52A2-5249-ADC6-1FF2D97CF9F2}" dt="2026-03-25T12:56:35.530" v="4001" actId="478"/>
          <ac:spMkLst>
            <pc:docMk/>
            <pc:sldMk cId="1820470659" sldId="271"/>
            <ac:spMk id="3" creationId="{80EDE242-2D59-D82C-98FE-23B798EC4621}"/>
          </ac:spMkLst>
        </pc:spChg>
        <pc:spChg chg="add mod">
          <ac:chgData name="Sanchez Ricol, Aida" userId="1cc2c45a-f019-4df4-a664-57a6d0f86b9a" providerId="ADAL" clId="{7A61BBB9-52A2-5249-ADC6-1FF2D97CF9F2}" dt="2026-03-22T17:17:41.001" v="1856" actId="20577"/>
          <ac:spMkLst>
            <pc:docMk/>
            <pc:sldMk cId="1820470659" sldId="271"/>
            <ac:spMk id="9" creationId="{A576429A-AA77-B6E7-5CBB-0746C6B9AA1E}"/>
          </ac:spMkLst>
        </pc:spChg>
        <pc:spChg chg="add mod">
          <ac:chgData name="Sanchez Ricol, Aida" userId="1cc2c45a-f019-4df4-a664-57a6d0f86b9a" providerId="ADAL" clId="{7A61BBB9-52A2-5249-ADC6-1FF2D97CF9F2}" dt="2026-03-22T17:17:39.045" v="1854" actId="20577"/>
          <ac:spMkLst>
            <pc:docMk/>
            <pc:sldMk cId="1820470659" sldId="271"/>
            <ac:spMk id="13" creationId="{606C2B01-7EEE-5786-523E-520C876C2908}"/>
          </ac:spMkLst>
        </pc:spChg>
        <pc:spChg chg="add del mod">
          <ac:chgData name="Sanchez Ricol, Aida" userId="1cc2c45a-f019-4df4-a664-57a6d0f86b9a" providerId="ADAL" clId="{7A61BBB9-52A2-5249-ADC6-1FF2D97CF9F2}" dt="2026-03-25T12:57:25.959" v="4008" actId="478"/>
          <ac:spMkLst>
            <pc:docMk/>
            <pc:sldMk cId="1820470659" sldId="271"/>
            <ac:spMk id="15" creationId="{E9C9FD7D-D7F1-2FAF-6B86-8FF7BC3BD840}"/>
          </ac:spMkLst>
        </pc:spChg>
        <pc:spChg chg="mod">
          <ac:chgData name="Sanchez Ricol, Aida" userId="1cc2c45a-f019-4df4-a664-57a6d0f86b9a" providerId="ADAL" clId="{7A61BBB9-52A2-5249-ADC6-1FF2D97CF9F2}" dt="2026-03-25T13:00:40.932" v="4057" actId="14100"/>
          <ac:spMkLst>
            <pc:docMk/>
            <pc:sldMk cId="1820470659" sldId="271"/>
            <ac:spMk id="16" creationId="{444C2717-BF70-C8E3-B534-6A7E212F09A5}"/>
          </ac:spMkLst>
        </pc:spChg>
        <pc:spChg chg="add mod">
          <ac:chgData name="Sanchez Ricol, Aida" userId="1cc2c45a-f019-4df4-a664-57a6d0f86b9a" providerId="ADAL" clId="{7A61BBB9-52A2-5249-ADC6-1FF2D97CF9F2}" dt="2026-03-22T17:17:36.831" v="1852" actId="20577"/>
          <ac:spMkLst>
            <pc:docMk/>
            <pc:sldMk cId="1820470659" sldId="271"/>
            <ac:spMk id="17" creationId="{FB2EE462-7C42-F6EE-825A-FEF9D297A890}"/>
          </ac:spMkLst>
        </pc:spChg>
        <pc:spChg chg="add del mod">
          <ac:chgData name="Sanchez Ricol, Aida" userId="1cc2c45a-f019-4df4-a664-57a6d0f86b9a" providerId="ADAL" clId="{7A61BBB9-52A2-5249-ADC6-1FF2D97CF9F2}" dt="2026-03-25T12:59:52.517" v="4030" actId="478"/>
          <ac:spMkLst>
            <pc:docMk/>
            <pc:sldMk cId="1820470659" sldId="271"/>
            <ac:spMk id="21" creationId="{E1FAE691-022B-D56E-11A5-874AE9E09FC0}"/>
          </ac:spMkLst>
        </pc:spChg>
        <pc:spChg chg="add del mod">
          <ac:chgData name="Sanchez Ricol, Aida" userId="1cc2c45a-f019-4df4-a664-57a6d0f86b9a" providerId="ADAL" clId="{7A61BBB9-52A2-5249-ADC6-1FF2D97CF9F2}" dt="2026-03-25T12:59:04.600" v="4014" actId="478"/>
          <ac:spMkLst>
            <pc:docMk/>
            <pc:sldMk cId="1820470659" sldId="271"/>
            <ac:spMk id="22" creationId="{330680A1-EA55-B851-A8C0-8884E46597AE}"/>
          </ac:spMkLst>
        </pc:spChg>
        <pc:spChg chg="mod">
          <ac:chgData name="Sanchez Ricol, Aida" userId="1cc2c45a-f019-4df4-a664-57a6d0f86b9a" providerId="ADAL" clId="{7A61BBB9-52A2-5249-ADC6-1FF2D97CF9F2}" dt="2026-03-24T20:58:44.883" v="3528" actId="13822"/>
          <ac:spMkLst>
            <pc:docMk/>
            <pc:sldMk cId="1820470659" sldId="271"/>
            <ac:spMk id="23" creationId="{38CF8D71-A5F2-7BEC-3ADD-4C06ACA7011F}"/>
          </ac:spMkLst>
        </pc:spChg>
        <pc:spChg chg="add mod">
          <ac:chgData name="Sanchez Ricol, Aida" userId="1cc2c45a-f019-4df4-a664-57a6d0f86b9a" providerId="ADAL" clId="{7A61BBB9-52A2-5249-ADC6-1FF2D97CF9F2}" dt="2026-03-25T13:00:50.199" v="4060" actId="1076"/>
          <ac:spMkLst>
            <pc:docMk/>
            <pc:sldMk cId="1820470659" sldId="271"/>
            <ac:spMk id="24" creationId="{2C60C16E-2B72-E486-AE4F-A9604D76E26C}"/>
          </ac:spMkLst>
        </pc:spChg>
        <pc:spChg chg="add mod">
          <ac:chgData name="Sanchez Ricol, Aida" userId="1cc2c45a-f019-4df4-a664-57a6d0f86b9a" providerId="ADAL" clId="{7A61BBB9-52A2-5249-ADC6-1FF2D97CF9F2}" dt="2026-03-22T16:10:12.048" v="1426" actId="1076"/>
          <ac:spMkLst>
            <pc:docMk/>
            <pc:sldMk cId="1820470659" sldId="271"/>
            <ac:spMk id="26" creationId="{192AA6EF-872E-670C-901E-FC1EF79D6D4C}"/>
          </ac:spMkLst>
        </pc:spChg>
        <pc:spChg chg="add mod">
          <ac:chgData name="Sanchez Ricol, Aida" userId="1cc2c45a-f019-4df4-a664-57a6d0f86b9a" providerId="ADAL" clId="{7A61BBB9-52A2-5249-ADC6-1FF2D97CF9F2}" dt="2026-03-25T13:00:44.282" v="4058" actId="1076"/>
          <ac:spMkLst>
            <pc:docMk/>
            <pc:sldMk cId="1820470659" sldId="271"/>
            <ac:spMk id="28" creationId="{4CF38A6D-E124-2BA0-686D-AF749E9BC794}"/>
          </ac:spMkLst>
        </pc:spChg>
        <pc:spChg chg="add mod">
          <ac:chgData name="Sanchez Ricol, Aida" userId="1cc2c45a-f019-4df4-a664-57a6d0f86b9a" providerId="ADAL" clId="{7A61BBB9-52A2-5249-ADC6-1FF2D97CF9F2}" dt="2026-03-25T13:00:47.107" v="4059" actId="1076"/>
          <ac:spMkLst>
            <pc:docMk/>
            <pc:sldMk cId="1820470659" sldId="271"/>
            <ac:spMk id="29" creationId="{F983B5C1-D1A3-7297-FD41-1B0DF46C2A57}"/>
          </ac:spMkLst>
        </pc:spChg>
        <pc:spChg chg="add mod">
          <ac:chgData name="Sanchez Ricol, Aida" userId="1cc2c45a-f019-4df4-a664-57a6d0f86b9a" providerId="ADAL" clId="{7A61BBB9-52A2-5249-ADC6-1FF2D97CF9F2}" dt="2026-03-22T17:20:17.194" v="1895" actId="1076"/>
          <ac:spMkLst>
            <pc:docMk/>
            <pc:sldMk cId="1820470659" sldId="271"/>
            <ac:spMk id="31" creationId="{C88B2DBC-03EB-E3FB-2E43-3C3C16BF3C59}"/>
          </ac:spMkLst>
        </pc:spChg>
        <pc:spChg chg="add del mod">
          <ac:chgData name="Sanchez Ricol, Aida" userId="1cc2c45a-f019-4df4-a664-57a6d0f86b9a" providerId="ADAL" clId="{7A61BBB9-52A2-5249-ADC6-1FF2D97CF9F2}" dt="2026-03-25T12:56:10.625" v="3996" actId="478"/>
          <ac:spMkLst>
            <pc:docMk/>
            <pc:sldMk cId="1820470659" sldId="271"/>
            <ac:spMk id="33" creationId="{E6B362BC-0C3C-EFF5-6EA6-1E7A82A31D31}"/>
          </ac:spMkLst>
        </pc:spChg>
        <pc:picChg chg="add mod">
          <ac:chgData name="Sanchez Ricol, Aida" userId="1cc2c45a-f019-4df4-a664-57a6d0f86b9a" providerId="ADAL" clId="{7A61BBB9-52A2-5249-ADC6-1FF2D97CF9F2}" dt="2026-03-25T12:59:34.207" v="4021" actId="1076"/>
          <ac:picMkLst>
            <pc:docMk/>
            <pc:sldMk cId="1820470659" sldId="271"/>
            <ac:picMk id="7" creationId="{EDBE01DC-38CE-8433-FFEF-2F4B2BED7AA0}"/>
          </ac:picMkLst>
        </pc:picChg>
        <pc:picChg chg="add mod">
          <ac:chgData name="Sanchez Ricol, Aida" userId="1cc2c45a-f019-4df4-a664-57a6d0f86b9a" providerId="ADAL" clId="{7A61BBB9-52A2-5249-ADC6-1FF2D97CF9F2}" dt="2026-03-25T12:59:31.384" v="4020" actId="1076"/>
          <ac:picMkLst>
            <pc:docMk/>
            <pc:sldMk cId="1820470659" sldId="271"/>
            <ac:picMk id="10" creationId="{81EB1945-866B-3EE5-6B6A-FA334D228276}"/>
          </ac:picMkLst>
        </pc:picChg>
        <pc:picChg chg="add mod">
          <ac:chgData name="Sanchez Ricol, Aida" userId="1cc2c45a-f019-4df4-a664-57a6d0f86b9a" providerId="ADAL" clId="{7A61BBB9-52A2-5249-ADC6-1FF2D97CF9F2}" dt="2026-03-25T12:59:29.316" v="4019" actId="1076"/>
          <ac:picMkLst>
            <pc:docMk/>
            <pc:sldMk cId="1820470659" sldId="271"/>
            <ac:picMk id="14" creationId="{A4A2009B-CDEE-E008-4659-994CB170C735}"/>
          </ac:picMkLst>
        </pc:picChg>
        <pc:picChg chg="add mod">
          <ac:chgData name="Sanchez Ricol, Aida" userId="1cc2c45a-f019-4df4-a664-57a6d0f86b9a" providerId="ADAL" clId="{7A61BBB9-52A2-5249-ADC6-1FF2D97CF9F2}" dt="2026-03-25T12:59:28.066" v="4018" actId="1076"/>
          <ac:picMkLst>
            <pc:docMk/>
            <pc:sldMk cId="1820470659" sldId="271"/>
            <ac:picMk id="19" creationId="{9521F2F7-94C2-FE6D-66D3-C87FDB23E81D}"/>
          </ac:picMkLst>
        </pc:picChg>
        <pc:picChg chg="add mod">
          <ac:chgData name="Sanchez Ricol, Aida" userId="1cc2c45a-f019-4df4-a664-57a6d0f86b9a" providerId="ADAL" clId="{7A61BBB9-52A2-5249-ADC6-1FF2D97CF9F2}" dt="2026-03-22T16:10:49.587" v="1435"/>
          <ac:picMkLst>
            <pc:docMk/>
            <pc:sldMk cId="1820470659" sldId="271"/>
            <ac:picMk id="30" creationId="{3B976DAB-B3BE-9049-367F-416AB9F55FF1}"/>
          </ac:picMkLst>
        </pc:picChg>
      </pc:sldChg>
      <pc:sldChg chg="addSp delSp modSp add mod modAnim">
        <pc:chgData name="Sanchez Ricol, Aida" userId="1cc2c45a-f019-4df4-a664-57a6d0f86b9a" providerId="ADAL" clId="{7A61BBB9-52A2-5249-ADC6-1FF2D97CF9F2}" dt="2026-03-24T22:46:20.716" v="3927"/>
        <pc:sldMkLst>
          <pc:docMk/>
          <pc:sldMk cId="2747296356" sldId="272"/>
        </pc:sldMkLst>
        <pc:spChg chg="add mod">
          <ac:chgData name="Sanchez Ricol, Aida" userId="1cc2c45a-f019-4df4-a664-57a6d0f86b9a" providerId="ADAL" clId="{7A61BBB9-52A2-5249-ADC6-1FF2D97CF9F2}" dt="2026-03-24T22:45:06.488" v="3920" actId="1076"/>
          <ac:spMkLst>
            <pc:docMk/>
            <pc:sldMk cId="2747296356" sldId="272"/>
            <ac:spMk id="7" creationId="{39017882-A730-2C16-5948-83A98C9B9F2B}"/>
          </ac:spMkLst>
        </pc:spChg>
        <pc:spChg chg="add mod">
          <ac:chgData name="Sanchez Ricol, Aida" userId="1cc2c45a-f019-4df4-a664-57a6d0f86b9a" providerId="ADAL" clId="{7A61BBB9-52A2-5249-ADC6-1FF2D97CF9F2}" dt="2026-03-24T20:59:03.468" v="3530" actId="13822"/>
          <ac:spMkLst>
            <pc:docMk/>
            <pc:sldMk cId="2747296356" sldId="272"/>
            <ac:spMk id="9" creationId="{1B4C0563-30C1-34CE-523B-DFC361EE606B}"/>
          </ac:spMkLst>
        </pc:spChg>
        <pc:spChg chg="mod">
          <ac:chgData name="Sanchez Ricol, Aida" userId="1cc2c45a-f019-4df4-a664-57a6d0f86b9a" providerId="ADAL" clId="{7A61BBB9-52A2-5249-ADC6-1FF2D97CF9F2}" dt="2026-03-24T22:39:32.765" v="3739" actId="20577"/>
          <ac:spMkLst>
            <pc:docMk/>
            <pc:sldMk cId="2747296356" sldId="272"/>
            <ac:spMk id="10" creationId="{9512A40E-793C-4594-CD8C-5944CCF1F50F}"/>
          </ac:spMkLst>
        </pc:spChg>
        <pc:spChg chg="mod">
          <ac:chgData name="Sanchez Ricol, Aida" userId="1cc2c45a-f019-4df4-a664-57a6d0f86b9a" providerId="ADAL" clId="{7A61BBB9-52A2-5249-ADC6-1FF2D97CF9F2}" dt="2026-03-22T17:02:57.574" v="1742" actId="20577"/>
          <ac:spMkLst>
            <pc:docMk/>
            <pc:sldMk cId="2747296356" sldId="272"/>
            <ac:spMk id="11" creationId="{6DA37A7D-9EDB-A7DE-3174-0A92AB61A99D}"/>
          </ac:spMkLst>
        </pc:spChg>
        <pc:spChg chg="mod">
          <ac:chgData name="Sanchez Ricol, Aida" userId="1cc2c45a-f019-4df4-a664-57a6d0f86b9a" providerId="ADAL" clId="{7A61BBB9-52A2-5249-ADC6-1FF2D97CF9F2}" dt="2026-03-24T22:39:42.734" v="3740" actId="1076"/>
          <ac:spMkLst>
            <pc:docMk/>
            <pc:sldMk cId="2747296356" sldId="272"/>
            <ac:spMk id="12" creationId="{B273B7E8-04D4-F9AB-58E0-BD29A67CCF2B}"/>
          </ac:spMkLst>
        </pc:spChg>
        <pc:spChg chg="mod">
          <ac:chgData name="Sanchez Ricol, Aida" userId="1cc2c45a-f019-4df4-a664-57a6d0f86b9a" providerId="ADAL" clId="{7A61BBB9-52A2-5249-ADC6-1FF2D97CF9F2}" dt="2026-03-24T22:39:42.734" v="3740" actId="1076"/>
          <ac:spMkLst>
            <pc:docMk/>
            <pc:sldMk cId="2747296356" sldId="272"/>
            <ac:spMk id="18" creationId="{4473AA01-9BD2-E495-56DC-3BC4F8ADE12B}"/>
          </ac:spMkLst>
        </pc:spChg>
        <pc:picChg chg="add mod">
          <ac:chgData name="Sanchez Ricol, Aida" userId="1cc2c45a-f019-4df4-a664-57a6d0f86b9a" providerId="ADAL" clId="{7A61BBB9-52A2-5249-ADC6-1FF2D97CF9F2}" dt="2026-03-22T17:09:30.661" v="1813" actId="1076"/>
          <ac:picMkLst>
            <pc:docMk/>
            <pc:sldMk cId="2747296356" sldId="272"/>
            <ac:picMk id="3" creationId="{E49CE8CE-16CE-600A-E1E9-1E005F7F4918}"/>
          </ac:picMkLst>
        </pc:picChg>
        <pc:cxnChg chg="add mod">
          <ac:chgData name="Sanchez Ricol, Aida" userId="1cc2c45a-f019-4df4-a664-57a6d0f86b9a" providerId="ADAL" clId="{7A61BBB9-52A2-5249-ADC6-1FF2D97CF9F2}" dt="2026-03-22T17:09:43.304" v="1815" actId="1076"/>
          <ac:cxnSpMkLst>
            <pc:docMk/>
            <pc:sldMk cId="2747296356" sldId="272"/>
            <ac:cxnSpMk id="13" creationId="{C361B43B-FEBD-0CA8-2606-80C0940D1CA6}"/>
          </ac:cxnSpMkLst>
        </pc:cxnChg>
      </pc:sldChg>
      <pc:sldChg chg="addSp delSp modSp add mod delAnim modAnim">
        <pc:chgData name="Sanchez Ricol, Aida" userId="1cc2c45a-f019-4df4-a664-57a6d0f86b9a" providerId="ADAL" clId="{7A61BBB9-52A2-5249-ADC6-1FF2D97CF9F2}" dt="2026-03-25T13:10:45.049" v="4134"/>
        <pc:sldMkLst>
          <pc:docMk/>
          <pc:sldMk cId="3860716999" sldId="273"/>
        </pc:sldMkLst>
        <pc:spChg chg="add del mod">
          <ac:chgData name="Sanchez Ricol, Aida" userId="1cc2c45a-f019-4df4-a664-57a6d0f86b9a" providerId="ADAL" clId="{7A61BBB9-52A2-5249-ADC6-1FF2D97CF9F2}" dt="2026-03-24T22:45:27.638" v="3921" actId="478"/>
          <ac:spMkLst>
            <pc:docMk/>
            <pc:sldMk cId="3860716999" sldId="273"/>
            <ac:spMk id="2" creationId="{1E94E4D7-5B10-9CBB-9BEC-D987D5D6F476}"/>
          </ac:spMkLst>
        </pc:spChg>
        <pc:spChg chg="del">
          <ac:chgData name="Sanchez Ricol, Aida" userId="1cc2c45a-f019-4df4-a664-57a6d0f86b9a" providerId="ADAL" clId="{7A61BBB9-52A2-5249-ADC6-1FF2D97CF9F2}" dt="2026-03-24T20:59:13.150" v="3531" actId="478"/>
          <ac:spMkLst>
            <pc:docMk/>
            <pc:sldMk cId="3860716999" sldId="273"/>
            <ac:spMk id="9" creationId="{2D8A062D-6DAA-26C3-56EA-0F3A84D71BF7}"/>
          </ac:spMkLst>
        </pc:spChg>
        <pc:spChg chg="add del mod">
          <ac:chgData name="Sanchez Ricol, Aida" userId="1cc2c45a-f019-4df4-a664-57a6d0f86b9a" providerId="ADAL" clId="{7A61BBB9-52A2-5249-ADC6-1FF2D97CF9F2}" dt="2026-03-25T13:03:00.889" v="4072"/>
          <ac:spMkLst>
            <pc:docMk/>
            <pc:sldMk cId="3860716999" sldId="273"/>
            <ac:spMk id="9" creationId="{7102E6CF-70FF-EDF4-8261-CDBC4E5A3A55}"/>
          </ac:spMkLst>
        </pc:spChg>
        <pc:spChg chg="add del mod">
          <ac:chgData name="Sanchez Ricol, Aida" userId="1cc2c45a-f019-4df4-a664-57a6d0f86b9a" providerId="ADAL" clId="{7A61BBB9-52A2-5249-ADC6-1FF2D97CF9F2}" dt="2026-03-24T22:45:31.125" v="3922" actId="478"/>
          <ac:spMkLst>
            <pc:docMk/>
            <pc:sldMk cId="3860716999" sldId="273"/>
            <ac:spMk id="14" creationId="{A425EE41-B283-A536-5764-7731FBAB21C4}"/>
          </ac:spMkLst>
        </pc:spChg>
        <pc:spChg chg="add mod">
          <ac:chgData name="Sanchez Ricol, Aida" userId="1cc2c45a-f019-4df4-a664-57a6d0f86b9a" providerId="ADAL" clId="{7A61BBB9-52A2-5249-ADC6-1FF2D97CF9F2}" dt="2026-03-25T13:10:19.598" v="4129"/>
          <ac:spMkLst>
            <pc:docMk/>
            <pc:sldMk cId="3860716999" sldId="273"/>
            <ac:spMk id="14" creationId="{CA67EB27-DEC7-978A-D0F0-3083823C6310}"/>
          </ac:spMkLst>
        </pc:spChg>
        <pc:spChg chg="add mod">
          <ac:chgData name="Sanchez Ricol, Aida" userId="1cc2c45a-f019-4df4-a664-57a6d0f86b9a" providerId="ADAL" clId="{7A61BBB9-52A2-5249-ADC6-1FF2D97CF9F2}" dt="2026-03-24T22:45:42.718" v="3926" actId="20577"/>
          <ac:spMkLst>
            <pc:docMk/>
            <pc:sldMk cId="3860716999" sldId="273"/>
            <ac:spMk id="17" creationId="{7A36AC1D-C398-D7CA-842C-DEDB7F5F4735}"/>
          </ac:spMkLst>
        </pc:spChg>
        <pc:spChg chg="add del mod">
          <ac:chgData name="Sanchez Ricol, Aida" userId="1cc2c45a-f019-4df4-a664-57a6d0f86b9a" providerId="ADAL" clId="{7A61BBB9-52A2-5249-ADC6-1FF2D97CF9F2}" dt="2026-03-25T13:03:12.767" v="4075" actId="478"/>
          <ac:spMkLst>
            <pc:docMk/>
            <pc:sldMk cId="3860716999" sldId="273"/>
            <ac:spMk id="19" creationId="{38E54C53-31CE-5472-E7F5-4461A382F64A}"/>
          </ac:spMkLst>
        </pc:spChg>
        <pc:spChg chg="add mod">
          <ac:chgData name="Sanchez Ricol, Aida" userId="1cc2c45a-f019-4df4-a664-57a6d0f86b9a" providerId="ADAL" clId="{7A61BBB9-52A2-5249-ADC6-1FF2D97CF9F2}" dt="2026-03-22T17:23:15.185" v="1915" actId="1076"/>
          <ac:spMkLst>
            <pc:docMk/>
            <pc:sldMk cId="3860716999" sldId="273"/>
            <ac:spMk id="21" creationId="{6C56FD15-E031-8A02-FA5C-66D0BD1B7217}"/>
          </ac:spMkLst>
        </pc:spChg>
        <pc:spChg chg="add mod">
          <ac:chgData name="Sanchez Ricol, Aida" userId="1cc2c45a-f019-4df4-a664-57a6d0f86b9a" providerId="ADAL" clId="{7A61BBB9-52A2-5249-ADC6-1FF2D97CF9F2}" dt="2026-03-22T18:54:14.574" v="1928" actId="1076"/>
          <ac:spMkLst>
            <pc:docMk/>
            <pc:sldMk cId="3860716999" sldId="273"/>
            <ac:spMk id="22" creationId="{DCF17A88-2990-8A91-A152-538511B3EFE4}"/>
          </ac:spMkLst>
        </pc:spChg>
        <pc:spChg chg="add del mod">
          <ac:chgData name="Sanchez Ricol, Aida" userId="1cc2c45a-f019-4df4-a664-57a6d0f86b9a" providerId="ADAL" clId="{7A61BBB9-52A2-5249-ADC6-1FF2D97CF9F2}" dt="2026-03-24T22:45:31.125" v="3922" actId="478"/>
          <ac:spMkLst>
            <pc:docMk/>
            <pc:sldMk cId="3860716999" sldId="273"/>
            <ac:spMk id="26" creationId="{E88F6DEA-B514-3D18-9D3A-67D9190124E8}"/>
          </ac:spMkLst>
        </pc:spChg>
        <pc:spChg chg="add del mod">
          <ac:chgData name="Sanchez Ricol, Aida" userId="1cc2c45a-f019-4df4-a664-57a6d0f86b9a" providerId="ADAL" clId="{7A61BBB9-52A2-5249-ADC6-1FF2D97CF9F2}" dt="2026-03-24T22:45:31.125" v="3922" actId="478"/>
          <ac:spMkLst>
            <pc:docMk/>
            <pc:sldMk cId="3860716999" sldId="273"/>
            <ac:spMk id="27" creationId="{FD1EC4D9-42D2-18BA-A4B8-41561E2ACF8E}"/>
          </ac:spMkLst>
        </pc:spChg>
        <pc:spChg chg="add del mod">
          <ac:chgData name="Sanchez Ricol, Aida" userId="1cc2c45a-f019-4df4-a664-57a6d0f86b9a" providerId="ADAL" clId="{7A61BBB9-52A2-5249-ADC6-1FF2D97CF9F2}" dt="2026-03-24T22:45:31.125" v="3922" actId="478"/>
          <ac:spMkLst>
            <pc:docMk/>
            <pc:sldMk cId="3860716999" sldId="273"/>
            <ac:spMk id="28" creationId="{C7554835-090A-DB22-36F5-4279D9CAEAA5}"/>
          </ac:spMkLst>
        </pc:spChg>
        <pc:spChg chg="mod">
          <ac:chgData name="Sanchez Ricol, Aida" userId="1cc2c45a-f019-4df4-a664-57a6d0f86b9a" providerId="ADAL" clId="{7A61BBB9-52A2-5249-ADC6-1FF2D97CF9F2}" dt="2026-03-22T17:23:11.828" v="1914" actId="14100"/>
          <ac:spMkLst>
            <pc:docMk/>
            <pc:sldMk cId="3860716999" sldId="273"/>
            <ac:spMk id="38" creationId="{65BDB9A4-A69F-CE8A-E046-AA6E534BBFC0}"/>
          </ac:spMkLst>
        </pc:spChg>
        <pc:picChg chg="del">
          <ac:chgData name="Sanchez Ricol, Aida" userId="1cc2c45a-f019-4df4-a664-57a6d0f86b9a" providerId="ADAL" clId="{7A61BBB9-52A2-5249-ADC6-1FF2D97CF9F2}" dt="2026-03-24T22:45:27.638" v="3921" actId="478"/>
          <ac:picMkLst>
            <pc:docMk/>
            <pc:sldMk cId="3860716999" sldId="273"/>
            <ac:picMk id="3" creationId="{08463788-24EC-2A78-F6E0-876B0AC6058D}"/>
          </ac:picMkLst>
        </pc:picChg>
        <pc:picChg chg="add del mod">
          <ac:chgData name="Sanchez Ricol, Aida" userId="1cc2c45a-f019-4df4-a664-57a6d0f86b9a" providerId="ADAL" clId="{7A61BBB9-52A2-5249-ADC6-1FF2D97CF9F2}" dt="2026-03-25T13:03:08.484" v="4073" actId="478"/>
          <ac:picMkLst>
            <pc:docMk/>
            <pc:sldMk cId="3860716999" sldId="273"/>
            <ac:picMk id="3" creationId="{B2E80451-978F-DEFA-F8F4-769498E8975A}"/>
          </ac:picMkLst>
        </pc:picChg>
        <pc:picChg chg="add del mod">
          <ac:chgData name="Sanchez Ricol, Aida" userId="1cc2c45a-f019-4df4-a664-57a6d0f86b9a" providerId="ADAL" clId="{7A61BBB9-52A2-5249-ADC6-1FF2D97CF9F2}" dt="2026-03-25T13:03:41.888" v="4078" actId="478"/>
          <ac:picMkLst>
            <pc:docMk/>
            <pc:sldMk cId="3860716999" sldId="273"/>
            <ac:picMk id="8" creationId="{30994CC3-6CCB-600D-C40D-D9B132A088A7}"/>
          </ac:picMkLst>
        </pc:picChg>
        <pc:picChg chg="add mod">
          <ac:chgData name="Sanchez Ricol, Aida" userId="1cc2c45a-f019-4df4-a664-57a6d0f86b9a" providerId="ADAL" clId="{7A61BBB9-52A2-5249-ADC6-1FF2D97CF9F2}" dt="2026-03-25T13:04:01.330" v="4084" actId="1076"/>
          <ac:picMkLst>
            <pc:docMk/>
            <pc:sldMk cId="3860716999" sldId="273"/>
            <ac:picMk id="12" creationId="{BD8AFAD1-AE1D-1CC3-119D-03F1A35F1072}"/>
          </ac:picMkLst>
        </pc:picChg>
        <pc:picChg chg="add mod">
          <ac:chgData name="Sanchez Ricol, Aida" userId="1cc2c45a-f019-4df4-a664-57a6d0f86b9a" providerId="ADAL" clId="{7A61BBB9-52A2-5249-ADC6-1FF2D97CF9F2}" dt="2026-03-25T13:10:19.598" v="4129"/>
          <ac:picMkLst>
            <pc:docMk/>
            <pc:sldMk cId="3860716999" sldId="273"/>
            <ac:picMk id="13" creationId="{DF56F3E6-1802-F611-150B-2D0B59C9EBEF}"/>
          </ac:picMkLst>
        </pc:picChg>
      </pc:sldChg>
      <pc:sldChg chg="addSp delSp modSp add mod modAnim">
        <pc:chgData name="Sanchez Ricol, Aida" userId="1cc2c45a-f019-4df4-a664-57a6d0f86b9a" providerId="ADAL" clId="{7A61BBB9-52A2-5249-ADC6-1FF2D97CF9F2}" dt="2026-03-24T22:51:07.379" v="3934"/>
        <pc:sldMkLst>
          <pc:docMk/>
          <pc:sldMk cId="4021637873" sldId="274"/>
        </pc:sldMkLst>
        <pc:spChg chg="add mod">
          <ac:chgData name="Sanchez Ricol, Aida" userId="1cc2c45a-f019-4df4-a664-57a6d0f86b9a" providerId="ADAL" clId="{7A61BBB9-52A2-5249-ADC6-1FF2D97CF9F2}" dt="2026-03-24T21:19:46.541" v="3677" actId="1076"/>
          <ac:spMkLst>
            <pc:docMk/>
            <pc:sldMk cId="4021637873" sldId="274"/>
            <ac:spMk id="2" creationId="{9C376968-CFFE-5EAE-86D9-18AC257FD72C}"/>
          </ac:spMkLst>
        </pc:spChg>
        <pc:spChg chg="mod">
          <ac:chgData name="Sanchez Ricol, Aida" userId="1cc2c45a-f019-4df4-a664-57a6d0f86b9a" providerId="ADAL" clId="{7A61BBB9-52A2-5249-ADC6-1FF2D97CF9F2}" dt="2026-03-22T23:08:20.512" v="2810" actId="1076"/>
          <ac:spMkLst>
            <pc:docMk/>
            <pc:sldMk cId="4021637873" sldId="274"/>
            <ac:spMk id="7" creationId="{0E61D9BF-C29E-2AEC-042E-891B8873E7ED}"/>
          </ac:spMkLst>
        </pc:spChg>
        <pc:spChg chg="add mod">
          <ac:chgData name="Sanchez Ricol, Aida" userId="1cc2c45a-f019-4df4-a664-57a6d0f86b9a" providerId="ADAL" clId="{7A61BBB9-52A2-5249-ADC6-1FF2D97CF9F2}" dt="2026-03-24T21:17:26.750" v="3657" actId="1076"/>
          <ac:spMkLst>
            <pc:docMk/>
            <pc:sldMk cId="4021637873" sldId="274"/>
            <ac:spMk id="10" creationId="{B1CA8718-DCA5-922E-019F-FE0D7F906229}"/>
          </ac:spMkLst>
        </pc:spChg>
        <pc:spChg chg="mod">
          <ac:chgData name="Sanchez Ricol, Aida" userId="1cc2c45a-f019-4df4-a664-57a6d0f86b9a" providerId="ADAL" clId="{7A61BBB9-52A2-5249-ADC6-1FF2D97CF9F2}" dt="2026-03-22T19:06:50.512" v="2185" actId="20577"/>
          <ac:spMkLst>
            <pc:docMk/>
            <pc:sldMk cId="4021637873" sldId="274"/>
            <ac:spMk id="11" creationId="{9D3C6D0D-2BED-D91E-9A39-E9DF3AE66282}"/>
          </ac:spMkLst>
        </pc:spChg>
        <pc:spChg chg="add mod">
          <ac:chgData name="Sanchez Ricol, Aida" userId="1cc2c45a-f019-4df4-a664-57a6d0f86b9a" providerId="ADAL" clId="{7A61BBB9-52A2-5249-ADC6-1FF2D97CF9F2}" dt="2026-03-24T21:17:55.549" v="3660" actId="1076"/>
          <ac:spMkLst>
            <pc:docMk/>
            <pc:sldMk cId="4021637873" sldId="274"/>
            <ac:spMk id="19" creationId="{3FEBE2C6-152A-088B-36D9-ACA343424C13}"/>
          </ac:spMkLst>
        </pc:spChg>
        <pc:spChg chg="add mod">
          <ac:chgData name="Sanchez Ricol, Aida" userId="1cc2c45a-f019-4df4-a664-57a6d0f86b9a" providerId="ADAL" clId="{7A61BBB9-52A2-5249-ADC6-1FF2D97CF9F2}" dt="2026-03-22T23:07:54.441" v="2802" actId="1076"/>
          <ac:spMkLst>
            <pc:docMk/>
            <pc:sldMk cId="4021637873" sldId="274"/>
            <ac:spMk id="23" creationId="{02CFA01F-E233-C2C8-66FB-798C811C1E15}"/>
          </ac:spMkLst>
        </pc:spChg>
        <pc:spChg chg="add mod">
          <ac:chgData name="Sanchez Ricol, Aida" userId="1cc2c45a-f019-4df4-a664-57a6d0f86b9a" providerId="ADAL" clId="{7A61BBB9-52A2-5249-ADC6-1FF2D97CF9F2}" dt="2026-03-22T23:09:04.280" v="2825" actId="1076"/>
          <ac:spMkLst>
            <pc:docMk/>
            <pc:sldMk cId="4021637873" sldId="274"/>
            <ac:spMk id="28" creationId="{A764E04E-5C12-959B-83F2-B5D68FE06802}"/>
          </ac:spMkLst>
        </pc:spChg>
        <pc:spChg chg="add mod">
          <ac:chgData name="Sanchez Ricol, Aida" userId="1cc2c45a-f019-4df4-a664-57a6d0f86b9a" providerId="ADAL" clId="{7A61BBB9-52A2-5249-ADC6-1FF2D97CF9F2}" dt="2026-03-22T23:09:17.378" v="2830" actId="20577"/>
          <ac:spMkLst>
            <pc:docMk/>
            <pc:sldMk cId="4021637873" sldId="274"/>
            <ac:spMk id="29" creationId="{96A5094B-3286-C6D7-91B5-853B4C1E0F6D}"/>
          </ac:spMkLst>
        </pc:spChg>
        <pc:picChg chg="add mod">
          <ac:chgData name="Sanchez Ricol, Aida" userId="1cc2c45a-f019-4df4-a664-57a6d0f86b9a" providerId="ADAL" clId="{7A61BBB9-52A2-5249-ADC6-1FF2D97CF9F2}" dt="2026-03-22T19:14:38.379" v="2345" actId="1076"/>
          <ac:picMkLst>
            <pc:docMk/>
            <pc:sldMk cId="4021637873" sldId="274"/>
            <ac:picMk id="3" creationId="{185ECD2E-27BB-2A7C-9CA7-FDD7332076AA}"/>
          </ac:picMkLst>
        </pc:picChg>
        <pc:picChg chg="add mod">
          <ac:chgData name="Sanchez Ricol, Aida" userId="1cc2c45a-f019-4df4-a664-57a6d0f86b9a" providerId="ADAL" clId="{7A61BBB9-52A2-5249-ADC6-1FF2D97CF9F2}" dt="2026-03-24T21:19:55.808" v="3679" actId="1076"/>
          <ac:picMkLst>
            <pc:docMk/>
            <pc:sldMk cId="4021637873" sldId="274"/>
            <ac:picMk id="14" creationId="{3881B25F-490C-D7EC-F422-ECE907D383E3}"/>
          </ac:picMkLst>
        </pc:picChg>
        <pc:picChg chg="add del mod">
          <ac:chgData name="Sanchez Ricol, Aida" userId="1cc2c45a-f019-4df4-a664-57a6d0f86b9a" providerId="ADAL" clId="{7A61BBB9-52A2-5249-ADC6-1FF2D97CF9F2}" dt="2026-03-24T21:20:06.578" v="3681" actId="478"/>
          <ac:picMkLst>
            <pc:docMk/>
            <pc:sldMk cId="4021637873" sldId="274"/>
            <ac:picMk id="16" creationId="{B7DC3B4C-3B64-6FFA-75B5-DF0C1B44246C}"/>
          </ac:picMkLst>
        </pc:picChg>
        <pc:cxnChg chg="add mod">
          <ac:chgData name="Sanchez Ricol, Aida" userId="1cc2c45a-f019-4df4-a664-57a6d0f86b9a" providerId="ADAL" clId="{7A61BBB9-52A2-5249-ADC6-1FF2D97CF9F2}" dt="2026-03-24T21:20:14.537" v="3682" actId="166"/>
          <ac:cxnSpMkLst>
            <pc:docMk/>
            <pc:sldMk cId="4021637873" sldId="274"/>
            <ac:cxnSpMk id="20" creationId="{AE3F4403-D65A-5A27-FA30-DB72C0DD59ED}"/>
          </ac:cxnSpMkLst>
        </pc:cxnChg>
        <pc:cxnChg chg="add mod">
          <ac:chgData name="Sanchez Ricol, Aida" userId="1cc2c45a-f019-4df4-a664-57a6d0f86b9a" providerId="ADAL" clId="{7A61BBB9-52A2-5249-ADC6-1FF2D97CF9F2}" dt="2026-03-22T23:08:27.084" v="2812" actId="1076"/>
          <ac:cxnSpMkLst>
            <pc:docMk/>
            <pc:sldMk cId="4021637873" sldId="274"/>
            <ac:cxnSpMk id="24" creationId="{6C46EE77-5344-C298-1C89-AA2EC7AA7B12}"/>
          </ac:cxnSpMkLst>
        </pc:cxnChg>
        <pc:cxnChg chg="add mod">
          <ac:chgData name="Sanchez Ricol, Aida" userId="1cc2c45a-f019-4df4-a664-57a6d0f86b9a" providerId="ADAL" clId="{7A61BBB9-52A2-5249-ADC6-1FF2D97CF9F2}" dt="2026-03-24T21:20:02.991" v="3680" actId="1076"/>
          <ac:cxnSpMkLst>
            <pc:docMk/>
            <pc:sldMk cId="4021637873" sldId="274"/>
            <ac:cxnSpMk id="26" creationId="{B19CD5C2-436E-E9E9-3BC5-4A85346E451C}"/>
          </ac:cxnSpMkLst>
        </pc:cxnChg>
      </pc:sldChg>
      <pc:sldChg chg="addSp delSp modSp add mod addAnim delAnim modAnim">
        <pc:chgData name="Sanchez Ricol, Aida" userId="1cc2c45a-f019-4df4-a664-57a6d0f86b9a" providerId="ADAL" clId="{7A61BBB9-52A2-5249-ADC6-1FF2D97CF9F2}" dt="2026-03-24T21:21:46.256" v="3688"/>
        <pc:sldMkLst>
          <pc:docMk/>
          <pc:sldMk cId="1040684249" sldId="275"/>
        </pc:sldMkLst>
        <pc:spChg chg="mod">
          <ac:chgData name="Sanchez Ricol, Aida" userId="1cc2c45a-f019-4df4-a664-57a6d0f86b9a" providerId="ADAL" clId="{7A61BBB9-52A2-5249-ADC6-1FF2D97CF9F2}" dt="2026-03-22T23:30:13.105" v="2981" actId="1076"/>
          <ac:spMkLst>
            <pc:docMk/>
            <pc:sldMk cId="1040684249" sldId="275"/>
            <ac:spMk id="7" creationId="{5FC4BD86-C654-8D77-8B29-C77C0E343D69}"/>
          </ac:spMkLst>
        </pc:spChg>
        <pc:spChg chg="add del">
          <ac:chgData name="Sanchez Ricol, Aida" userId="1cc2c45a-f019-4df4-a664-57a6d0f86b9a" providerId="ADAL" clId="{7A61BBB9-52A2-5249-ADC6-1FF2D97CF9F2}" dt="2026-03-24T20:51:47.578" v="3510" actId="22"/>
          <ac:spMkLst>
            <pc:docMk/>
            <pc:sldMk cId="1040684249" sldId="275"/>
            <ac:spMk id="9" creationId="{AD771F5E-7EBE-AC98-CB38-B21C32DD4853}"/>
          </ac:spMkLst>
        </pc:spChg>
        <pc:spChg chg="mod">
          <ac:chgData name="Sanchez Ricol, Aida" userId="1cc2c45a-f019-4df4-a664-57a6d0f86b9a" providerId="ADAL" clId="{7A61BBB9-52A2-5249-ADC6-1FF2D97CF9F2}" dt="2026-03-22T23:01:20.621" v="2666" actId="20577"/>
          <ac:spMkLst>
            <pc:docMk/>
            <pc:sldMk cId="1040684249" sldId="275"/>
            <ac:spMk id="10" creationId="{6AA2590C-6D0E-E27A-7B26-B1BAB965B040}"/>
          </ac:spMkLst>
        </pc:spChg>
        <pc:spChg chg="mod">
          <ac:chgData name="Sanchez Ricol, Aida" userId="1cc2c45a-f019-4df4-a664-57a6d0f86b9a" providerId="ADAL" clId="{7A61BBB9-52A2-5249-ADC6-1FF2D97CF9F2}" dt="2026-03-22T20:57:04.152" v="2474" actId="20577"/>
          <ac:spMkLst>
            <pc:docMk/>
            <pc:sldMk cId="1040684249" sldId="275"/>
            <ac:spMk id="11" creationId="{B8E23A19-172B-727F-0323-0FF17693965F}"/>
          </ac:spMkLst>
        </pc:spChg>
        <pc:spChg chg="add mod">
          <ac:chgData name="Sanchez Ricol, Aida" userId="1cc2c45a-f019-4df4-a664-57a6d0f86b9a" providerId="ADAL" clId="{7A61BBB9-52A2-5249-ADC6-1FF2D97CF9F2}" dt="2026-03-22T23:04:38.718" v="2743" actId="20577"/>
          <ac:spMkLst>
            <pc:docMk/>
            <pc:sldMk cId="1040684249" sldId="275"/>
            <ac:spMk id="12" creationId="{5AE1B186-E989-6033-E0F6-A8BD1798A0E7}"/>
          </ac:spMkLst>
        </pc:spChg>
        <pc:spChg chg="add del mod">
          <ac:chgData name="Sanchez Ricol, Aida" userId="1cc2c45a-f019-4df4-a664-57a6d0f86b9a" providerId="ADAL" clId="{7A61BBB9-52A2-5249-ADC6-1FF2D97CF9F2}" dt="2026-03-24T20:51:15.170" v="3505" actId="478"/>
          <ac:spMkLst>
            <pc:docMk/>
            <pc:sldMk cId="1040684249" sldId="275"/>
            <ac:spMk id="13" creationId="{EF6D2A40-30F2-DD3C-1F7E-4B836BCD74D1}"/>
          </ac:spMkLst>
        </pc:spChg>
        <pc:picChg chg="add del mod">
          <ac:chgData name="Sanchez Ricol, Aida" userId="1cc2c45a-f019-4df4-a664-57a6d0f86b9a" providerId="ADAL" clId="{7A61BBB9-52A2-5249-ADC6-1FF2D97CF9F2}" dt="2026-03-24T20:52:11.718" v="3513" actId="478"/>
          <ac:picMkLst>
            <pc:docMk/>
            <pc:sldMk cId="1040684249" sldId="275"/>
            <ac:picMk id="2" creationId="{E8693BFA-3795-C313-33FA-516E87F8E8CF}"/>
          </ac:picMkLst>
        </pc:picChg>
        <pc:picChg chg="add mod">
          <ac:chgData name="Sanchez Ricol, Aida" userId="1cc2c45a-f019-4df4-a664-57a6d0f86b9a" providerId="ADAL" clId="{7A61BBB9-52A2-5249-ADC6-1FF2D97CF9F2}" dt="2026-03-22T23:03:23.404" v="2703" actId="1076"/>
          <ac:picMkLst>
            <pc:docMk/>
            <pc:sldMk cId="1040684249" sldId="275"/>
            <ac:picMk id="8" creationId="{3B7D7522-D483-685F-3996-FDBC1CB4672B}"/>
          </ac:picMkLst>
        </pc:picChg>
        <pc:picChg chg="add mod">
          <ac:chgData name="Sanchez Ricol, Aida" userId="1cc2c45a-f019-4df4-a664-57a6d0f86b9a" providerId="ADAL" clId="{7A61BBB9-52A2-5249-ADC6-1FF2D97CF9F2}" dt="2026-03-24T20:52:39.049" v="3517" actId="14100"/>
          <ac:picMkLst>
            <pc:docMk/>
            <pc:sldMk cId="1040684249" sldId="275"/>
            <ac:picMk id="14" creationId="{1A559668-7631-75D3-E0B1-714249B8477D}"/>
          </ac:picMkLst>
        </pc:picChg>
        <pc:picChg chg="add mod">
          <ac:chgData name="Sanchez Ricol, Aida" userId="1cc2c45a-f019-4df4-a664-57a6d0f86b9a" providerId="ADAL" clId="{7A61BBB9-52A2-5249-ADC6-1FF2D97CF9F2}" dt="2026-03-24T20:57:50.320" v="3522" actId="1076"/>
          <ac:picMkLst>
            <pc:docMk/>
            <pc:sldMk cId="1040684249" sldId="275"/>
            <ac:picMk id="15" creationId="{5CF214B3-F0F5-34EB-FA4E-834F3E809681}"/>
          </ac:picMkLst>
        </pc:picChg>
      </pc:sldChg>
      <pc:sldChg chg="addSp delSp modSp add mod addAnim delAnim modAnim">
        <pc:chgData name="Sanchez Ricol, Aida" userId="1cc2c45a-f019-4df4-a664-57a6d0f86b9a" providerId="ADAL" clId="{7A61BBB9-52A2-5249-ADC6-1FF2D97CF9F2}" dt="2026-03-25T13:09:26.254" v="4126"/>
        <pc:sldMkLst>
          <pc:docMk/>
          <pc:sldMk cId="343728134" sldId="276"/>
        </pc:sldMkLst>
        <pc:spChg chg="add mod">
          <ac:chgData name="Sanchez Ricol, Aida" userId="1cc2c45a-f019-4df4-a664-57a6d0f86b9a" providerId="ADAL" clId="{7A61BBB9-52A2-5249-ADC6-1FF2D97CF9F2}" dt="2026-03-25T13:07:55.558" v="4114" actId="1076"/>
          <ac:spMkLst>
            <pc:docMk/>
            <pc:sldMk cId="343728134" sldId="276"/>
            <ac:spMk id="7" creationId="{6A383267-C66E-EAE3-A938-39473CCA2EB5}"/>
          </ac:spMkLst>
        </pc:spChg>
        <pc:spChg chg="mod">
          <ac:chgData name="Sanchez Ricol, Aida" userId="1cc2c45a-f019-4df4-a664-57a6d0f86b9a" providerId="ADAL" clId="{7A61BBB9-52A2-5249-ADC6-1FF2D97CF9F2}" dt="2026-03-22T23:09:54.847" v="2842" actId="20577"/>
          <ac:spMkLst>
            <pc:docMk/>
            <pc:sldMk cId="343728134" sldId="276"/>
            <ac:spMk id="11" creationId="{1DF19004-C8B2-6CA4-3A23-287D78E2BBEF}"/>
          </ac:spMkLst>
        </pc:spChg>
        <pc:spChg chg="add del mod">
          <ac:chgData name="Sanchez Ricol, Aida" userId="1cc2c45a-f019-4df4-a664-57a6d0f86b9a" providerId="ADAL" clId="{7A61BBB9-52A2-5249-ADC6-1FF2D97CF9F2}" dt="2026-03-25T13:04:35.137" v="4088" actId="478"/>
          <ac:spMkLst>
            <pc:docMk/>
            <pc:sldMk cId="343728134" sldId="276"/>
            <ac:spMk id="12" creationId="{FD95AB34-4540-0E1F-67C3-436EBD03F531}"/>
          </ac:spMkLst>
        </pc:spChg>
        <pc:spChg chg="add del mod">
          <ac:chgData name="Sanchez Ricol, Aida" userId="1cc2c45a-f019-4df4-a664-57a6d0f86b9a" providerId="ADAL" clId="{7A61BBB9-52A2-5249-ADC6-1FF2D97CF9F2}" dt="2026-03-25T13:07:42.187" v="4109" actId="478"/>
          <ac:spMkLst>
            <pc:docMk/>
            <pc:sldMk cId="343728134" sldId="276"/>
            <ac:spMk id="13" creationId="{F199DB57-462A-3CD6-A999-54AC77073DC2}"/>
          </ac:spMkLst>
        </pc:spChg>
        <pc:spChg chg="mod">
          <ac:chgData name="Sanchez Ricol, Aida" userId="1cc2c45a-f019-4df4-a664-57a6d0f86b9a" providerId="ADAL" clId="{7A61BBB9-52A2-5249-ADC6-1FF2D97CF9F2}" dt="2026-03-22T23:32:48.881" v="3079" actId="1076"/>
          <ac:spMkLst>
            <pc:docMk/>
            <pc:sldMk cId="343728134" sldId="276"/>
            <ac:spMk id="14" creationId="{A51FCFCC-A8F0-D43B-8DC1-A660473A2CE7}"/>
          </ac:spMkLst>
        </pc:spChg>
        <pc:spChg chg="mod">
          <ac:chgData name="Sanchez Ricol, Aida" userId="1cc2c45a-f019-4df4-a664-57a6d0f86b9a" providerId="ADAL" clId="{7A61BBB9-52A2-5249-ADC6-1FF2D97CF9F2}" dt="2026-03-22T23:33:33.471" v="3092" actId="1076"/>
          <ac:spMkLst>
            <pc:docMk/>
            <pc:sldMk cId="343728134" sldId="276"/>
            <ac:spMk id="17" creationId="{60141CEE-16B6-CE13-1A30-9BE14AB5F22E}"/>
          </ac:spMkLst>
        </pc:spChg>
        <pc:spChg chg="add mod">
          <ac:chgData name="Sanchez Ricol, Aida" userId="1cc2c45a-f019-4df4-a664-57a6d0f86b9a" providerId="ADAL" clId="{7A61BBB9-52A2-5249-ADC6-1FF2D97CF9F2}" dt="2026-03-25T13:09:22.937" v="4125" actId="1076"/>
          <ac:spMkLst>
            <pc:docMk/>
            <pc:sldMk cId="343728134" sldId="276"/>
            <ac:spMk id="20" creationId="{665FB7A2-F1FC-72A0-79F2-7FF36F296956}"/>
          </ac:spMkLst>
        </pc:spChg>
        <pc:spChg chg="mod">
          <ac:chgData name="Sanchez Ricol, Aida" userId="1cc2c45a-f019-4df4-a664-57a6d0f86b9a" providerId="ADAL" clId="{7A61BBB9-52A2-5249-ADC6-1FF2D97CF9F2}" dt="2026-03-22T23:51:02.473" v="3370" actId="14100"/>
          <ac:spMkLst>
            <pc:docMk/>
            <pc:sldMk cId="343728134" sldId="276"/>
            <ac:spMk id="21" creationId="{1B1B8CC9-07F4-0500-B3EB-9A215E691224}"/>
          </ac:spMkLst>
        </pc:spChg>
        <pc:spChg chg="mod">
          <ac:chgData name="Sanchez Ricol, Aida" userId="1cc2c45a-f019-4df4-a664-57a6d0f86b9a" providerId="ADAL" clId="{7A61BBB9-52A2-5249-ADC6-1FF2D97CF9F2}" dt="2026-03-22T23:34:19.226" v="3097" actId="1076"/>
          <ac:spMkLst>
            <pc:docMk/>
            <pc:sldMk cId="343728134" sldId="276"/>
            <ac:spMk id="22" creationId="{AD963B84-3364-12CB-59C2-B7C73CA6F5C2}"/>
          </ac:spMkLst>
        </pc:spChg>
        <pc:spChg chg="mod">
          <ac:chgData name="Sanchez Ricol, Aida" userId="1cc2c45a-f019-4df4-a664-57a6d0f86b9a" providerId="ADAL" clId="{7A61BBB9-52A2-5249-ADC6-1FF2D97CF9F2}" dt="2026-03-22T23:33:25.621" v="3090" actId="1076"/>
          <ac:spMkLst>
            <pc:docMk/>
            <pc:sldMk cId="343728134" sldId="276"/>
            <ac:spMk id="27" creationId="{1DF48218-6F4A-FB35-58DC-B7F69A7C6848}"/>
          </ac:spMkLst>
        </pc:spChg>
        <pc:spChg chg="add del mod">
          <ac:chgData name="Sanchez Ricol, Aida" userId="1cc2c45a-f019-4df4-a664-57a6d0f86b9a" providerId="ADAL" clId="{7A61BBB9-52A2-5249-ADC6-1FF2D97CF9F2}" dt="2026-03-25T13:05:34.265" v="4095" actId="478"/>
          <ac:spMkLst>
            <pc:docMk/>
            <pc:sldMk cId="343728134" sldId="276"/>
            <ac:spMk id="28" creationId="{13AAE5AC-4C0E-1303-6ED1-5AB59CCE7684}"/>
          </ac:spMkLst>
        </pc:spChg>
        <pc:picChg chg="add mod">
          <ac:chgData name="Sanchez Ricol, Aida" userId="1cc2c45a-f019-4df4-a664-57a6d0f86b9a" providerId="ADAL" clId="{7A61BBB9-52A2-5249-ADC6-1FF2D97CF9F2}" dt="2026-03-25T13:04:43.013" v="4089" actId="1076"/>
          <ac:picMkLst>
            <pc:docMk/>
            <pc:sldMk cId="343728134" sldId="276"/>
            <ac:picMk id="3" creationId="{9B429F67-EE8E-8199-EB23-88DE7E39D8B9}"/>
          </ac:picMkLst>
        </pc:picChg>
        <pc:picChg chg="add mod">
          <ac:chgData name="Sanchez Ricol, Aida" userId="1cc2c45a-f019-4df4-a664-57a6d0f86b9a" providerId="ADAL" clId="{7A61BBB9-52A2-5249-ADC6-1FF2D97CF9F2}" dt="2026-03-25T13:07:57.652" v="4115" actId="1076"/>
          <ac:picMkLst>
            <pc:docMk/>
            <pc:sldMk cId="343728134" sldId="276"/>
            <ac:picMk id="8" creationId="{32D7B379-BC0B-9397-2B87-CB21437EE35F}"/>
          </ac:picMkLst>
        </pc:picChg>
        <pc:picChg chg="add del mod">
          <ac:chgData name="Sanchez Ricol, Aida" userId="1cc2c45a-f019-4df4-a664-57a6d0f86b9a" providerId="ADAL" clId="{7A61BBB9-52A2-5249-ADC6-1FF2D97CF9F2}" dt="2026-03-25T13:05:37.670" v="4097" actId="478"/>
          <ac:picMkLst>
            <pc:docMk/>
            <pc:sldMk cId="343728134" sldId="276"/>
            <ac:picMk id="10" creationId="{DE6A451D-2FB3-9236-3A31-8A1D23B58541}"/>
          </ac:picMkLst>
        </pc:picChg>
        <pc:picChg chg="add mod">
          <ac:chgData name="Sanchez Ricol, Aida" userId="1cc2c45a-f019-4df4-a664-57a6d0f86b9a" providerId="ADAL" clId="{7A61BBB9-52A2-5249-ADC6-1FF2D97CF9F2}" dt="2026-03-25T13:06:00.610" v="4103" actId="1076"/>
          <ac:picMkLst>
            <pc:docMk/>
            <pc:sldMk cId="343728134" sldId="276"/>
            <ac:picMk id="16" creationId="{CF99548E-E5C6-95D6-E6E0-CD80119B39F8}"/>
          </ac:picMkLst>
        </pc:picChg>
        <pc:picChg chg="add mod">
          <ac:chgData name="Sanchez Ricol, Aida" userId="1cc2c45a-f019-4df4-a664-57a6d0f86b9a" providerId="ADAL" clId="{7A61BBB9-52A2-5249-ADC6-1FF2D97CF9F2}" dt="2026-03-25T13:08:56.334" v="4122" actId="1076"/>
          <ac:picMkLst>
            <pc:docMk/>
            <pc:sldMk cId="343728134" sldId="276"/>
            <ac:picMk id="19" creationId="{5F0A9979-21B0-D0E4-FC76-3AE8BFA46AD2}"/>
          </ac:picMkLst>
        </pc:picChg>
      </pc:sldChg>
      <pc:sldChg chg="addSp delSp modSp add mod delAnim modAnim">
        <pc:chgData name="Sanchez Ricol, Aida" userId="1cc2c45a-f019-4df4-a664-57a6d0f86b9a" providerId="ADAL" clId="{7A61BBB9-52A2-5249-ADC6-1FF2D97CF9F2}" dt="2026-03-25T13:09:51.543" v="4128"/>
        <pc:sldMkLst>
          <pc:docMk/>
          <pc:sldMk cId="1804835576" sldId="277"/>
        </pc:sldMkLst>
        <pc:spChg chg="add mod">
          <ac:chgData name="Sanchez Ricol, Aida" userId="1cc2c45a-f019-4df4-a664-57a6d0f86b9a" providerId="ADAL" clId="{7A61BBB9-52A2-5249-ADC6-1FF2D97CF9F2}" dt="2026-03-25T13:08:09.193" v="4118"/>
          <ac:spMkLst>
            <pc:docMk/>
            <pc:sldMk cId="1804835576" sldId="277"/>
            <ac:spMk id="3" creationId="{C430DFDC-ED37-D402-20F7-AD233E4856F1}"/>
          </ac:spMkLst>
        </pc:spChg>
        <pc:spChg chg="del mod">
          <ac:chgData name="Sanchez Ricol, Aida" userId="1cc2c45a-f019-4df4-a664-57a6d0f86b9a" providerId="ADAL" clId="{7A61BBB9-52A2-5249-ADC6-1FF2D97CF9F2}" dt="2026-03-25T13:08:08.497" v="4117" actId="478"/>
          <ac:spMkLst>
            <pc:docMk/>
            <pc:sldMk cId="1804835576" sldId="277"/>
            <ac:spMk id="9" creationId="{A802EEE9-02FD-95DF-589A-75D024E77047}"/>
          </ac:spMkLst>
        </pc:spChg>
        <pc:spChg chg="mod">
          <ac:chgData name="Sanchez Ricol, Aida" userId="1cc2c45a-f019-4df4-a664-57a6d0f86b9a" providerId="ADAL" clId="{7A61BBB9-52A2-5249-ADC6-1FF2D97CF9F2}" dt="2026-03-22T23:24:50.184" v="2913" actId="20577"/>
          <ac:spMkLst>
            <pc:docMk/>
            <pc:sldMk cId="1804835576" sldId="277"/>
            <ac:spMk id="10" creationId="{3601DD49-ED87-0070-758A-DB74EFB3291E}"/>
          </ac:spMkLst>
        </pc:spChg>
        <pc:spChg chg="mod">
          <ac:chgData name="Sanchez Ricol, Aida" userId="1cc2c45a-f019-4df4-a664-57a6d0f86b9a" providerId="ADAL" clId="{7A61BBB9-52A2-5249-ADC6-1FF2D97CF9F2}" dt="2026-03-22T23:23:28.545" v="2856" actId="20577"/>
          <ac:spMkLst>
            <pc:docMk/>
            <pc:sldMk cId="1804835576" sldId="277"/>
            <ac:spMk id="11" creationId="{8F3E50A9-B39B-62F2-EBC1-3E870CC98E86}"/>
          </ac:spMkLst>
        </pc:spChg>
        <pc:picChg chg="add del mod">
          <ac:chgData name="Sanchez Ricol, Aida" userId="1cc2c45a-f019-4df4-a664-57a6d0f86b9a" providerId="ADAL" clId="{7A61BBB9-52A2-5249-ADC6-1FF2D97CF9F2}" dt="2026-03-25T13:08:06.946" v="4116" actId="478"/>
          <ac:picMkLst>
            <pc:docMk/>
            <pc:sldMk cId="1804835576" sldId="277"/>
            <ac:picMk id="2" creationId="{523EF3DA-42B9-ABB6-1C8D-A8B10D373AC7}"/>
          </ac:picMkLst>
        </pc:picChg>
        <pc:picChg chg="add mod">
          <ac:chgData name="Sanchez Ricol, Aida" userId="1cc2c45a-f019-4df4-a664-57a6d0f86b9a" providerId="ADAL" clId="{7A61BBB9-52A2-5249-ADC6-1FF2D97CF9F2}" dt="2026-03-25T13:08:09.193" v="4118"/>
          <ac:picMkLst>
            <pc:docMk/>
            <pc:sldMk cId="1804835576" sldId="277"/>
            <ac:picMk id="7" creationId="{47F38F18-9441-3490-E242-418E355197D9}"/>
          </ac:picMkLst>
        </pc:picChg>
      </pc:sldChg>
      <pc:sldChg chg="addSp delSp modSp add mod modAnim">
        <pc:chgData name="Sanchez Ricol, Aida" userId="1cc2c45a-f019-4df4-a664-57a6d0f86b9a" providerId="ADAL" clId="{7A61BBB9-52A2-5249-ADC6-1FF2D97CF9F2}" dt="2026-03-24T21:23:40.288" v="3704"/>
        <pc:sldMkLst>
          <pc:docMk/>
          <pc:sldMk cId="2582464495" sldId="278"/>
        </pc:sldMkLst>
        <pc:spChg chg="add mod">
          <ac:chgData name="Sanchez Ricol, Aida" userId="1cc2c45a-f019-4df4-a664-57a6d0f86b9a" providerId="ADAL" clId="{7A61BBB9-52A2-5249-ADC6-1FF2D97CF9F2}" dt="2026-03-22T23:54:05.995" v="3425" actId="1076"/>
          <ac:spMkLst>
            <pc:docMk/>
            <pc:sldMk cId="2582464495" sldId="278"/>
            <ac:spMk id="3" creationId="{BB2CB4F6-A463-0441-85C6-A674B9BA4951}"/>
          </ac:spMkLst>
        </pc:spChg>
        <pc:spChg chg="add mod">
          <ac:chgData name="Sanchez Ricol, Aida" userId="1cc2c45a-f019-4df4-a664-57a6d0f86b9a" providerId="ADAL" clId="{7A61BBB9-52A2-5249-ADC6-1FF2D97CF9F2}" dt="2026-03-24T21:22:58.754" v="3700" actId="14100"/>
          <ac:spMkLst>
            <pc:docMk/>
            <pc:sldMk cId="2582464495" sldId="278"/>
            <ac:spMk id="7" creationId="{B2550D79-1843-A580-942C-C2C04A3B92B0}"/>
          </ac:spMkLst>
        </pc:spChg>
        <pc:spChg chg="mod">
          <ac:chgData name="Sanchez Ricol, Aida" userId="1cc2c45a-f019-4df4-a664-57a6d0f86b9a" providerId="ADAL" clId="{7A61BBB9-52A2-5249-ADC6-1FF2D97CF9F2}" dt="2026-03-22T23:35:40.257" v="3127" actId="20577"/>
          <ac:spMkLst>
            <pc:docMk/>
            <pc:sldMk cId="2582464495" sldId="278"/>
            <ac:spMk id="11" creationId="{141ADF06-0F3E-465E-9D19-2AED7D0FFB32}"/>
          </ac:spMkLst>
        </pc:spChg>
        <pc:spChg chg="mod">
          <ac:chgData name="Sanchez Ricol, Aida" userId="1cc2c45a-f019-4df4-a664-57a6d0f86b9a" providerId="ADAL" clId="{7A61BBB9-52A2-5249-ADC6-1FF2D97CF9F2}" dt="2026-03-24T21:22:50.637" v="3698" actId="20577"/>
          <ac:spMkLst>
            <pc:docMk/>
            <pc:sldMk cId="2582464495" sldId="278"/>
            <ac:spMk id="14" creationId="{DD352964-FBD7-0D5E-B852-973F4BEDA50F}"/>
          </ac:spMkLst>
        </pc:spChg>
        <pc:spChg chg="add mod">
          <ac:chgData name="Sanchez Ricol, Aida" userId="1cc2c45a-f019-4df4-a664-57a6d0f86b9a" providerId="ADAL" clId="{7A61BBB9-52A2-5249-ADC6-1FF2D97CF9F2}" dt="2026-03-22T23:51:34.616" v="3382" actId="1076"/>
          <ac:spMkLst>
            <pc:docMk/>
            <pc:sldMk cId="2582464495" sldId="278"/>
            <ac:spMk id="24" creationId="{1C7F30BD-9FB5-4406-3277-04D32088F8C8}"/>
          </ac:spMkLst>
        </pc:spChg>
        <pc:spChg chg="add mod">
          <ac:chgData name="Sanchez Ricol, Aida" userId="1cc2c45a-f019-4df4-a664-57a6d0f86b9a" providerId="ADAL" clId="{7A61BBB9-52A2-5249-ADC6-1FF2D97CF9F2}" dt="2026-03-22T23:53:43.176" v="3421" actId="1076"/>
          <ac:spMkLst>
            <pc:docMk/>
            <pc:sldMk cId="2582464495" sldId="278"/>
            <ac:spMk id="25" creationId="{2690CF14-DB18-2C5A-B0C1-15B5E2841D44}"/>
          </ac:spMkLst>
        </pc:spChg>
        <pc:spChg chg="add mod">
          <ac:chgData name="Sanchez Ricol, Aida" userId="1cc2c45a-f019-4df4-a664-57a6d0f86b9a" providerId="ADAL" clId="{7A61BBB9-52A2-5249-ADC6-1FF2D97CF9F2}" dt="2026-03-22T23:53:45.229" v="3422" actId="1076"/>
          <ac:spMkLst>
            <pc:docMk/>
            <pc:sldMk cId="2582464495" sldId="278"/>
            <ac:spMk id="26" creationId="{FEFB60C2-41CC-8562-3AA8-9FFFB6A38005}"/>
          </ac:spMkLst>
        </pc:spChg>
        <pc:spChg chg="add mod">
          <ac:chgData name="Sanchez Ricol, Aida" userId="1cc2c45a-f019-4df4-a664-57a6d0f86b9a" providerId="ADAL" clId="{7A61BBB9-52A2-5249-ADC6-1FF2D97CF9F2}" dt="2026-03-22T23:55:15.542" v="3445" actId="1076"/>
          <ac:spMkLst>
            <pc:docMk/>
            <pc:sldMk cId="2582464495" sldId="278"/>
            <ac:spMk id="29" creationId="{F6E42A5C-2D81-4194-2E1E-E257D29E8312}"/>
          </ac:spMkLst>
        </pc:spChg>
        <pc:spChg chg="add mod">
          <ac:chgData name="Sanchez Ricol, Aida" userId="1cc2c45a-f019-4df4-a664-57a6d0f86b9a" providerId="ADAL" clId="{7A61BBB9-52A2-5249-ADC6-1FF2D97CF9F2}" dt="2026-03-22T23:55:59.361" v="3474" actId="1076"/>
          <ac:spMkLst>
            <pc:docMk/>
            <pc:sldMk cId="2582464495" sldId="278"/>
            <ac:spMk id="40" creationId="{F2E7F3E6-C34C-D852-B276-23772C27225D}"/>
          </ac:spMkLst>
        </pc:spChg>
        <pc:picChg chg="add mod">
          <ac:chgData name="Sanchez Ricol, Aida" userId="1cc2c45a-f019-4df4-a664-57a6d0f86b9a" providerId="ADAL" clId="{7A61BBB9-52A2-5249-ADC6-1FF2D97CF9F2}" dt="2026-03-22T23:50:14.583" v="3361" actId="1076"/>
          <ac:picMkLst>
            <pc:docMk/>
            <pc:sldMk cId="2582464495" sldId="278"/>
            <ac:picMk id="19" creationId="{47475554-EFA8-0EB3-CF6F-CABCC71982EB}"/>
          </ac:picMkLst>
        </pc:picChg>
        <pc:picChg chg="add mod">
          <ac:chgData name="Sanchez Ricol, Aida" userId="1cc2c45a-f019-4df4-a664-57a6d0f86b9a" providerId="ADAL" clId="{7A61BBB9-52A2-5249-ADC6-1FF2D97CF9F2}" dt="2026-03-22T23:51:17.650" v="3372" actId="1076"/>
          <ac:picMkLst>
            <pc:docMk/>
            <pc:sldMk cId="2582464495" sldId="278"/>
            <ac:picMk id="23" creationId="{6792526F-0043-471A-1DA6-32EADAFE2945}"/>
          </ac:picMkLst>
        </pc:picChg>
        <pc:cxnChg chg="add mod">
          <ac:chgData name="Sanchez Ricol, Aida" userId="1cc2c45a-f019-4df4-a664-57a6d0f86b9a" providerId="ADAL" clId="{7A61BBB9-52A2-5249-ADC6-1FF2D97CF9F2}" dt="2026-03-22T23:55:20.034" v="3446" actId="14100"/>
          <ac:cxnSpMkLst>
            <pc:docMk/>
            <pc:sldMk cId="2582464495" sldId="278"/>
            <ac:cxnSpMk id="30" creationId="{554868E1-F3E6-0B26-F4D6-C70693D29808}"/>
          </ac:cxnSpMkLst>
        </pc:cxnChg>
        <pc:cxnChg chg="add mod">
          <ac:chgData name="Sanchez Ricol, Aida" userId="1cc2c45a-f019-4df4-a664-57a6d0f86b9a" providerId="ADAL" clId="{7A61BBB9-52A2-5249-ADC6-1FF2D97CF9F2}" dt="2026-03-22T23:55:52.054" v="3471" actId="14100"/>
          <ac:cxnSpMkLst>
            <pc:docMk/>
            <pc:sldMk cId="2582464495" sldId="278"/>
            <ac:cxnSpMk id="33" creationId="{57AA4F40-9EF9-CCAC-1A8C-6F9F923EF37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CC268-2150-724C-BCFC-DA6C59E3E0C2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B058C-3949-7443-BFB9-6BB6E4981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28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5D484-0909-4A4B-2F21-89BD6B43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AAD5A-1CE6-96A1-FC1C-F90169C8D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BB427-48D8-DBB1-546D-F44187006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461F4-A4A6-A143-E194-6BA0673B1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3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A656-DC3F-8154-07AD-067745FB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434BC-52E8-6C01-7558-59E779B06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8529B-CE2F-2B5F-BCFF-0DC83021E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816B2-22BE-232F-FE0D-94E2C7FBE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18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D00A-945F-BEBD-5D05-FFDBEE9A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05E18-294D-E7BA-F4E4-410C7DDE8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92119-6702-22EC-183C-29C0A2CF0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91D81-7DF6-698A-2480-62427BC4C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80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C444-8718-0BBA-AA8A-E74EEDEC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07FEF-2CE7-F3E6-5E14-7038F1BDA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C737F-3E01-6934-1B63-E91F1192C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21FFB-1C2C-6498-0652-2D7D631A4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36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007D6-2DFD-C85A-3B27-64404CAB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F4EF3-5AB7-54E6-1639-B032F2F80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DDFD8-1287-CD53-CBD0-6C04A26C3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1C1E4-AA44-115D-C9E6-5303818A1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76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414A-4CF7-CCDC-A434-6B8059A4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7FAF3-AF22-42A0-7634-38AEDC2A3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3CE4A-C0E3-A05D-F79E-94DDF0CF8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49BD3-3188-9DFC-477E-C376EA795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27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E49C-BE3B-5C20-8CB7-71D718D6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5151D-4ED2-084C-D1CE-8732E9AAE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CF00A-5254-1E63-B072-44BB1D257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A3637-66EA-0816-AF58-E36F24EA6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39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A2DB-F492-8E2B-80E8-2EAD916D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F1809-2E76-57DB-5F3B-1DF86FD3E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BD086-6518-A593-C8E7-D5DB89888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7C0BC-722A-03C3-3A0E-65CA0F58A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98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C77D-7C39-4FA0-339E-C42B3737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AA44F-B352-479B-0A8A-3C1F4F02B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1F26E-F4C5-2230-C455-F74D2F034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E0809-7504-57CC-58E4-01D27F2E2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45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638A-881F-482B-85C9-2D5E705B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C4272-63BF-A948-FBF3-F1C184712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079F6-A321-B079-32F4-656076514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57631-93E4-F211-7058-D97CE3519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38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1977-696C-D36A-B350-17F6BDAEB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14E32-F682-E4BF-BF00-5477B5451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570E6-9E5E-A83D-134C-C2B474DCF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BE95F-A52A-4B8C-56A4-9581DACD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72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BC327-F469-D047-ACA3-6CBE6223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17A00-04F8-18A5-2B9E-DE8524490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4112B-E6E1-2516-4E98-549DF58A1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0914B-4B1D-ADE5-DD10-399C87CDC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90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0806-EC72-23C6-88E7-D3BD00B9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A977C-0975-CE50-AEDD-68E203930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8893A-3592-5C9F-C136-478D61FCB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4A540-C5C2-ED82-ACC0-1E87BB39C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64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046A1-6563-7B70-4360-E96E2A759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DCAB0-4A89-E200-BE68-7891FE38F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85C43-C10C-0C23-9280-8FC6D22AA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586ED-015D-95DB-EFEE-24D793E51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10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C86A6-4400-A13A-DE76-3DE1F0D3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E1D27-AF2F-BD68-BE80-6C02D1C65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EB83C-1025-4154-1209-66FE12293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D878-6721-AF4C-60A5-351FF99BA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5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8EFCA-7305-6EEE-AB2D-1A4C032B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0F275-281A-C409-DC69-FAE841235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4492E-13E9-FC18-3F46-5ABACA22B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FEE70-9453-954E-8D48-AE83436C3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97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833C-CFD0-9055-45BE-6CEE6CA4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FD223-DB79-65BA-1E5A-2D51695FB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7164E-36E5-A471-F453-9348F5D0F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A7515-7A9F-CE9C-6A7E-3B1265D58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4C7D6-12AE-8744-9788-13DD4719E96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6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839D-24D3-0A62-75D0-08BCB9642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E1311-D9A2-104B-16EE-B6EDCE7AE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B0829-6B50-2694-E6F5-91ED4BCF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7EFC-5D46-F4BD-9A56-D41212B0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17296-0A5E-743C-0351-87CA805B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4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76D4E-1E65-CA19-A5EA-65F2D604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DF2A3-6B0F-E4DB-708F-1255ABD1F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8950-28E0-9760-EBDD-FF763072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5E0D-55A4-B76A-EA7F-6F4A6845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CB0D-07EF-7B8F-EE81-3116FACD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F151-AA67-D9F4-75CF-D74A0460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4ADA4-1F6A-501E-15DD-F21E78D2A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D89C6-C6D7-CBE8-7179-B2D23659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B8405-94BF-A608-346E-66B99574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CDD87-4C52-4A0C-D02C-5C0B4CE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12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96A3A-4D49-3F8D-E563-812E0FAA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A7BE5-D44E-0E8A-E3B1-007E05B43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BA776-2AEE-3406-03AC-F3CCFE5C4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C6C11-4AF5-FBB7-C0DA-F1DA2406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915B7-4528-FCD8-EFDE-ADCC3E06C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7F6BA-5B72-96DA-B8A3-797743B8B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3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4265-3085-8BC8-893F-4A4A2266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C3E03-3802-613F-0D5D-FF71F8F01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29C40-8BEB-1CCB-AE05-03BAD7D1F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301AC-8E74-D14A-00EA-4637C6A8F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E17C5-9477-BF75-4F9F-2F4D074A7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ACEFF-E435-56DA-8B05-8D72C81D9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EFE3C4-C85B-4C4F-B789-5EA51F3A1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576906-C30B-070B-E35F-D9C5D10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93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B2AC2-ED5A-50C6-522C-4F0691F8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43CFF-B32C-5EB5-937C-A241CB8BE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1AE54-C93B-1A7A-F686-00BA04B0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4C84D-560F-35C1-C27B-C7283D79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7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BA43-4303-B393-7A03-CA44DBF4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3D04E-1369-8BDF-C886-42F339F45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F15F6-7FA6-7AC6-3089-8A35581F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7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1CC4-9ED6-808F-F45D-7F4AAC2B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8A4AB-C9FD-CB1D-B354-A4A0F1E11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A6063-D975-5E0B-047C-669C09CA5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C3B61-BB8B-23C9-56D2-69A64A75A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41700-4E9A-C84E-E156-906CFE772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AD9F1-7427-B83B-7878-9B75D349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8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1295-D194-51E6-A522-B81EBBCC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228DB-06A6-1C98-6C62-4F8F99BFA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CC236-C26D-E97F-A069-0F9A76FC2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F6F69-79BB-7C05-EA36-16D57266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BE5A0-ECAF-D6C5-BBD9-AB60641C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A1BA-5E3A-0355-BDDE-4607E400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8676-C937-FEA6-452F-581746C8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3B0B2-76C8-F3C6-FE3C-C66559C33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FB89A-EF3C-7F40-2FC1-B69CBF76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BC0A1-235B-63D2-A641-49529047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78521-88BF-B06B-8999-F7D8B7FC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5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2C4FD-6CBA-B517-7A15-4354271E6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11D74-4989-5755-2995-46A458D3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283CE-1767-F40F-70E4-EB237274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49EB-6348-56BC-35AE-F2C5E4A1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95983-4D2B-9521-81DC-5E1A8D34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50876-9907-9BA7-6D7A-B7823A620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9C1F0-9991-1144-A298-665995723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33FAC-AA78-5791-4C26-4C9F9ED03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BA241-EECF-C16F-268C-EEFE26E7A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74FB9-668B-FF9F-A426-B98C388D6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A0FDF-4F91-7341-808B-3919AC0D8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2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8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7.png"/><Relationship Id="rId5" Type="http://schemas.openxmlformats.org/officeDocument/2006/relationships/image" Target="../media/image320.png"/><Relationship Id="rId4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42.png"/><Relationship Id="rId7" Type="http://schemas.openxmlformats.org/officeDocument/2006/relationships/image" Target="../media/image4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microsoft.com/office/2007/relationships/media" Target="../media/media4.mp4"/><Relationship Id="rId7" Type="http://schemas.openxmlformats.org/officeDocument/2006/relationships/image" Target="../media/image4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BE4477-9D61-13F8-61FA-9BF5B11DC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372" y="1577543"/>
            <a:ext cx="9144000" cy="1530655"/>
          </a:xfrm>
        </p:spPr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973A68C-BA32-FFF6-B290-9E6BBBAAD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4372" y="3518058"/>
            <a:ext cx="9144000" cy="512762"/>
          </a:xfrm>
        </p:spPr>
        <p:txBody>
          <a:bodyPr/>
          <a:lstStyle/>
          <a:p>
            <a:r>
              <a:rPr lang="en-US" dirty="0"/>
              <a:t>RCDS Statistics Foundations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C017944-85F1-E97C-EB83-FF0BC339185E}"/>
              </a:ext>
            </a:extLst>
          </p:cNvPr>
          <p:cNvSpPr txBox="1">
            <a:spLocks/>
          </p:cNvSpPr>
          <p:nvPr/>
        </p:nvSpPr>
        <p:spPr>
          <a:xfrm>
            <a:off x="5529144" y="5763913"/>
            <a:ext cx="1634457" cy="4348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25/03/2026</a:t>
            </a:r>
          </a:p>
        </p:txBody>
      </p:sp>
      <p:pic>
        <p:nvPicPr>
          <p:cNvPr id="7" name="Picture 6" descr="Random Number Generator - App on the Amazon Appstore">
            <a:extLst>
              <a:ext uri="{FF2B5EF4-FFF2-40B4-BE49-F238E27FC236}">
                <a16:creationId xmlns:a16="http://schemas.microsoft.com/office/drawing/2014/main" id="{BC2EE55A-BA25-A3D4-B2B6-3FBC11048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65" y="3317009"/>
            <a:ext cx="2190523" cy="219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andom Number Generator - App on the Amazon Appstore">
            <a:extLst>
              <a:ext uri="{FF2B5EF4-FFF2-40B4-BE49-F238E27FC236}">
                <a16:creationId xmlns:a16="http://schemas.microsoft.com/office/drawing/2014/main" id="{53551896-EED2-095C-A8E5-9ED13A89D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27663">
            <a:off x="9630393" y="1247609"/>
            <a:ext cx="2190523" cy="219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E00934E-D88B-049A-06FA-0913527BA3E4}"/>
              </a:ext>
            </a:extLst>
          </p:cNvPr>
          <p:cNvSpPr txBox="1">
            <a:spLocks/>
          </p:cNvSpPr>
          <p:nvPr/>
        </p:nvSpPr>
        <p:spPr>
          <a:xfrm>
            <a:off x="4552142" y="5251151"/>
            <a:ext cx="3588460" cy="51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Aida Sanchez Ricol</a:t>
            </a:r>
          </a:p>
        </p:txBody>
      </p:sp>
    </p:spTree>
    <p:extLst>
      <p:ext uri="{BB962C8B-B14F-4D97-AF65-F5344CB8AC3E}">
        <p14:creationId xmlns:p14="http://schemas.microsoft.com/office/powerpoint/2010/main" val="277280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918D03-E32E-14C8-3164-951930DE8E0C}"/>
              </a:ext>
            </a:extLst>
          </p:cNvPr>
          <p:cNvSpPr txBox="1">
            <a:spLocks/>
          </p:cNvSpPr>
          <p:nvPr/>
        </p:nvSpPr>
        <p:spPr>
          <a:xfrm>
            <a:off x="696686" y="1863941"/>
            <a:ext cx="9829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Experimental samples can be described by different metrics:</a:t>
            </a:r>
          </a:p>
          <a:p>
            <a:endParaRPr 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A09DFF-EE87-DBBC-77CC-CA92A9860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Introduction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8861D4-65AD-82A6-C6F4-5CE50903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133287-F407-84DC-61B3-DB027893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8B415E-07E4-01C1-E6AE-DC8F2631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BD7E57-34A0-827B-E8BB-8670E299AACD}"/>
              </a:ext>
            </a:extLst>
          </p:cNvPr>
          <p:cNvSpPr txBox="1"/>
          <p:nvPr/>
        </p:nvSpPr>
        <p:spPr>
          <a:xfrm>
            <a:off x="604520" y="3169123"/>
            <a:ext cx="7335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Location</a:t>
            </a:r>
            <a:r>
              <a:rPr lang="en-US" sz="2000" dirty="0"/>
              <a:t> parameters: mean, median,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Scaling</a:t>
            </a:r>
            <a:r>
              <a:rPr lang="en-US" sz="2000" dirty="0"/>
              <a:t> parameters: standard deviation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Shape</a:t>
            </a:r>
            <a:r>
              <a:rPr lang="en-US" sz="2000" dirty="0"/>
              <a:t> parameters: skewness, kurtosis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70FDFF-B5AA-ED1D-F15D-F99495C2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869" y="2732304"/>
            <a:ext cx="4248611" cy="3369074"/>
          </a:xfrm>
          <a:prstGeom prst="rect">
            <a:avLst/>
          </a:prstGeom>
        </p:spPr>
      </p:pic>
      <p:sp>
        <p:nvSpPr>
          <p:cNvPr id="12" name="AutoShape 2" descr="Tuberculate abalone - Conxemar">
            <a:extLst>
              <a:ext uri="{FF2B5EF4-FFF2-40B4-BE49-F238E27FC236}">
                <a16:creationId xmlns:a16="http://schemas.microsoft.com/office/drawing/2014/main" id="{8FFDDC34-8387-9A25-E6F0-08CA726D9F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4" descr="Tuberculate abalone - Conxemar">
            <a:extLst>
              <a:ext uri="{FF2B5EF4-FFF2-40B4-BE49-F238E27FC236}">
                <a16:creationId xmlns:a16="http://schemas.microsoft.com/office/drawing/2014/main" id="{7A6C14D7-1501-328E-8F17-C2849B7181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6" descr="Tuberculate abalone - Conxemar">
            <a:extLst>
              <a:ext uri="{FF2B5EF4-FFF2-40B4-BE49-F238E27FC236}">
                <a16:creationId xmlns:a16="http://schemas.microsoft.com/office/drawing/2014/main" id="{59AA5666-FBFE-126C-954B-023C54431C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 close-up of a sea shell&#10;&#10;AI-generated content may be incorrect.">
            <a:extLst>
              <a:ext uri="{FF2B5EF4-FFF2-40B4-BE49-F238E27FC236}">
                <a16:creationId xmlns:a16="http://schemas.microsoft.com/office/drawing/2014/main" id="{AC736BEB-97D6-5F78-3F1A-6145ADDD3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590" y="1217316"/>
            <a:ext cx="1514077" cy="106807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C7AA280-0B14-1F0E-E5BA-FE79600BD47E}"/>
              </a:ext>
            </a:extLst>
          </p:cNvPr>
          <p:cNvSpPr/>
          <p:nvPr/>
        </p:nvSpPr>
        <p:spPr>
          <a:xfrm>
            <a:off x="8816622" y="2150533"/>
            <a:ext cx="203200" cy="214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BB2117-3B41-CC21-B7D3-1F30B9E0D1F2}"/>
              </a:ext>
            </a:extLst>
          </p:cNvPr>
          <p:cNvSpPr/>
          <p:nvPr/>
        </p:nvSpPr>
        <p:spPr>
          <a:xfrm>
            <a:off x="9270346" y="5869636"/>
            <a:ext cx="796563" cy="231742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4739F-D9E6-F416-AC74-5ECB86C98A19}"/>
              </a:ext>
            </a:extLst>
          </p:cNvPr>
          <p:cNvSpPr txBox="1"/>
          <p:nvPr/>
        </p:nvSpPr>
        <p:spPr>
          <a:xfrm>
            <a:off x="7433837" y="6202461"/>
            <a:ext cx="14777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random variable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FF2B7A-D821-6EA3-837C-8A3CC65D7888}"/>
              </a:ext>
            </a:extLst>
          </p:cNvPr>
          <p:cNvCxnSpPr>
            <a:cxnSpLocks/>
          </p:cNvCxnSpPr>
          <p:nvPr/>
        </p:nvCxnSpPr>
        <p:spPr>
          <a:xfrm flipH="1">
            <a:off x="8816622" y="6041897"/>
            <a:ext cx="504524" cy="31445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934A8D0-BE55-5EF5-BBBB-77C5B71C1BE4}"/>
              </a:ext>
            </a:extLst>
          </p:cNvPr>
          <p:cNvSpPr/>
          <p:nvPr/>
        </p:nvSpPr>
        <p:spPr>
          <a:xfrm rot="5400000">
            <a:off x="7056458" y="4233382"/>
            <a:ext cx="796563" cy="231742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2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DCC6C-0C90-023F-A5BC-63547E83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FE22DB-D264-30F5-2D2C-8211E0A93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869" y="2732304"/>
            <a:ext cx="4248611" cy="336907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FFECDF-7E59-690A-9416-8FB63900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How likely are we to measure a specific value?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E0A5176-BCE5-DBCF-BE2C-F0073B24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5920EA-1DB5-24B0-342D-B2150A56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D1F950-0BD5-0714-9F52-347D0F57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3E590-2E1F-A69F-E9B3-B6211FFA5443}"/>
              </a:ext>
            </a:extLst>
          </p:cNvPr>
          <p:cNvSpPr txBox="1"/>
          <p:nvPr/>
        </p:nvSpPr>
        <p:spPr>
          <a:xfrm>
            <a:off x="604520" y="3873093"/>
            <a:ext cx="64996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Probability theory can help gain information from a reduced subset of the population</a:t>
            </a:r>
          </a:p>
        </p:txBody>
      </p:sp>
      <p:sp>
        <p:nvSpPr>
          <p:cNvPr id="12" name="AutoShape 2" descr="Tuberculate abalone - Conxemar">
            <a:extLst>
              <a:ext uri="{FF2B5EF4-FFF2-40B4-BE49-F238E27FC236}">
                <a16:creationId xmlns:a16="http://schemas.microsoft.com/office/drawing/2014/main" id="{FF30C6EC-1027-6351-5C9A-CABFC7FF62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8979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4" descr="Tuberculate abalone - Conxemar">
            <a:extLst>
              <a:ext uri="{FF2B5EF4-FFF2-40B4-BE49-F238E27FC236}">
                <a16:creationId xmlns:a16="http://schemas.microsoft.com/office/drawing/2014/main" id="{2462E77B-1383-D370-AEB6-FC0C80A5A5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40503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6" descr="Tuberculate abalone - Conxemar">
            <a:extLst>
              <a:ext uri="{FF2B5EF4-FFF2-40B4-BE49-F238E27FC236}">
                <a16:creationId xmlns:a16="http://schemas.microsoft.com/office/drawing/2014/main" id="{9CD0E87E-E957-2A3B-3F5A-9C47521CDF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42027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 close-up of a sea shell&#10;&#10;AI-generated content may be incorrect.">
            <a:extLst>
              <a:ext uri="{FF2B5EF4-FFF2-40B4-BE49-F238E27FC236}">
                <a16:creationId xmlns:a16="http://schemas.microsoft.com/office/drawing/2014/main" id="{5E43CEA9-444E-5C3D-A241-B5A397568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590" y="1217316"/>
            <a:ext cx="1514077" cy="106807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2CFAEBD-F4B9-96CD-E5F0-83316068B833}"/>
              </a:ext>
            </a:extLst>
          </p:cNvPr>
          <p:cNvSpPr/>
          <p:nvPr/>
        </p:nvSpPr>
        <p:spPr>
          <a:xfrm>
            <a:off x="8816622" y="2150533"/>
            <a:ext cx="203200" cy="214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5870EE-2621-669E-546E-293ED89EF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683" y="2728125"/>
            <a:ext cx="4218797" cy="33690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73B8B1-B4CB-E1B9-4D05-199841EEABD3}"/>
              </a:ext>
            </a:extLst>
          </p:cNvPr>
          <p:cNvSpPr txBox="1"/>
          <p:nvPr/>
        </p:nvSpPr>
        <p:spPr>
          <a:xfrm>
            <a:off x="993531" y="2899854"/>
            <a:ext cx="1154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5964B0-D663-7126-3602-B2BDD58FA330}"/>
              </a:ext>
            </a:extLst>
          </p:cNvPr>
          <p:cNvSpPr txBox="1"/>
          <p:nvPr/>
        </p:nvSpPr>
        <p:spPr>
          <a:xfrm>
            <a:off x="4085492" y="2915820"/>
            <a:ext cx="1451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population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144118-433D-58E2-BC68-1D4DA2ADC254}"/>
              </a:ext>
            </a:extLst>
          </p:cNvPr>
          <p:cNvCxnSpPr>
            <a:cxnSpLocks/>
          </p:cNvCxnSpPr>
          <p:nvPr/>
        </p:nvCxnSpPr>
        <p:spPr>
          <a:xfrm>
            <a:off x="2148254" y="3100486"/>
            <a:ext cx="1721992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16FE5F-79F6-BD57-174A-BD1E235A5251}"/>
              </a:ext>
            </a:extLst>
          </p:cNvPr>
          <p:cNvSpPr txBox="1"/>
          <p:nvPr/>
        </p:nvSpPr>
        <p:spPr>
          <a:xfrm>
            <a:off x="604520" y="2021685"/>
            <a:ext cx="7335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Goal of most science experiments:</a:t>
            </a:r>
          </a:p>
        </p:txBody>
      </p:sp>
    </p:spTree>
    <p:extLst>
      <p:ext uri="{BB962C8B-B14F-4D97-AF65-F5344CB8AC3E}">
        <p14:creationId xmlns:p14="http://schemas.microsoft.com/office/powerpoint/2010/main" val="201651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BF2F-D8DD-6F2E-C07D-E91E713E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3435-481C-AD7A-7F2E-FFF47CE4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Probability values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7C03C3-87B7-62A1-7675-FAB4AB57127B}"/>
              </a:ext>
            </a:extLst>
          </p:cNvPr>
          <p:cNvCxnSpPr/>
          <p:nvPr/>
        </p:nvCxnSpPr>
        <p:spPr>
          <a:xfrm>
            <a:off x="4151319" y="2462515"/>
            <a:ext cx="40455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B6B870-894E-5344-5905-BB4C142A29D6}"/>
              </a:ext>
            </a:extLst>
          </p:cNvPr>
          <p:cNvCxnSpPr>
            <a:cxnSpLocks/>
          </p:cNvCxnSpPr>
          <p:nvPr/>
        </p:nvCxnSpPr>
        <p:spPr>
          <a:xfrm>
            <a:off x="4151319" y="2310547"/>
            <a:ext cx="0" cy="303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722BC-D3A6-B3EF-333A-EF27721ABD99}"/>
              </a:ext>
            </a:extLst>
          </p:cNvPr>
          <p:cNvCxnSpPr>
            <a:cxnSpLocks/>
          </p:cNvCxnSpPr>
          <p:nvPr/>
        </p:nvCxnSpPr>
        <p:spPr>
          <a:xfrm>
            <a:off x="8196846" y="2329865"/>
            <a:ext cx="0" cy="2846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1CC4AF0-44FE-D26B-088C-220DA2422C87}"/>
              </a:ext>
            </a:extLst>
          </p:cNvPr>
          <p:cNvSpPr txBox="1"/>
          <p:nvPr/>
        </p:nvSpPr>
        <p:spPr>
          <a:xfrm>
            <a:off x="3989691" y="2614481"/>
            <a:ext cx="323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0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EE29B0-FB32-0090-3C9C-9279248A558A}"/>
              </a:ext>
            </a:extLst>
          </p:cNvPr>
          <p:cNvSpPr txBox="1"/>
          <p:nvPr/>
        </p:nvSpPr>
        <p:spPr>
          <a:xfrm>
            <a:off x="8035218" y="2614481"/>
            <a:ext cx="323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9D6114-A3FC-2A10-4F21-23309588D338}"/>
              </a:ext>
            </a:extLst>
          </p:cNvPr>
          <p:cNvCxnSpPr/>
          <p:nvPr/>
        </p:nvCxnSpPr>
        <p:spPr>
          <a:xfrm flipV="1">
            <a:off x="3084718" y="2862401"/>
            <a:ext cx="904973" cy="27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0189D39-5D57-55BE-EDB6-4C83EC9F293F}"/>
              </a:ext>
            </a:extLst>
          </p:cNvPr>
          <p:cNvSpPr txBox="1"/>
          <p:nvPr/>
        </p:nvSpPr>
        <p:spPr>
          <a:xfrm>
            <a:off x="1700549" y="3135778"/>
            <a:ext cx="324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Certain I will never get this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A84316-87DE-94C0-E4AF-E44B0E414BD7}"/>
              </a:ext>
            </a:extLst>
          </p:cNvPr>
          <p:cNvSpPr txBox="1"/>
          <p:nvPr/>
        </p:nvSpPr>
        <p:spPr>
          <a:xfrm>
            <a:off x="7409018" y="3187024"/>
            <a:ext cx="324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Certain I will always get this</a:t>
            </a: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41D8875-5A14-9B32-AA3D-05D003E57184}"/>
              </a:ext>
            </a:extLst>
          </p:cNvPr>
          <p:cNvCxnSpPr>
            <a:cxnSpLocks/>
          </p:cNvCxnSpPr>
          <p:nvPr/>
        </p:nvCxnSpPr>
        <p:spPr>
          <a:xfrm flipH="1" flipV="1">
            <a:off x="8358473" y="2874847"/>
            <a:ext cx="1029006" cy="248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F7F6FB7-D9CF-2C48-4093-9432AC4B5E71}"/>
                  </a:ext>
                </a:extLst>
              </p:cNvPr>
              <p:cNvSpPr txBox="1"/>
              <p:nvPr/>
            </p:nvSpPr>
            <p:spPr>
              <a:xfrm>
                <a:off x="3293588" y="2293559"/>
                <a:ext cx="8104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F7F6FB7-D9CF-2C48-4093-9432AC4B5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588" y="2293559"/>
                <a:ext cx="810489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C1AA2-FD97-AE97-B307-400AC16AA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AF50E-A682-6DDA-C406-C6C87130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F9D51-1B70-14EA-B87A-C5534758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22BD3-5BF4-6B84-76A6-96E8D70C5D05}"/>
              </a:ext>
            </a:extLst>
          </p:cNvPr>
          <p:cNvSpPr txBox="1"/>
          <p:nvPr/>
        </p:nvSpPr>
        <p:spPr>
          <a:xfrm>
            <a:off x="852494" y="1430072"/>
            <a:ext cx="86890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Probability values measure how likely we are to measure a certain value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8C3F6-0530-036C-FEC6-CA03BC7B2A74}"/>
              </a:ext>
            </a:extLst>
          </p:cNvPr>
          <p:cNvSpPr txBox="1"/>
          <p:nvPr/>
        </p:nvSpPr>
        <p:spPr>
          <a:xfrm>
            <a:off x="852494" y="4667425"/>
            <a:ext cx="4557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Frequentist interpretation</a:t>
            </a:r>
            <a:r>
              <a:rPr lang="en-US" sz="2000" dirty="0"/>
              <a:t> </a:t>
            </a:r>
          </a:p>
          <a:p>
            <a:r>
              <a:rPr lang="en-US" sz="2000" dirty="0"/>
              <a:t>relative frequency of a given outcome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58A436-D836-4B2B-2849-8E023C712CA0}"/>
              </a:ext>
            </a:extLst>
          </p:cNvPr>
          <p:cNvSpPr txBox="1"/>
          <p:nvPr/>
        </p:nvSpPr>
        <p:spPr>
          <a:xfrm>
            <a:off x="6871512" y="4687733"/>
            <a:ext cx="43187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Bayesian interpretation</a:t>
            </a:r>
            <a:r>
              <a:rPr lang="en-US" sz="2000" dirty="0"/>
              <a:t> </a:t>
            </a:r>
          </a:p>
          <a:p>
            <a:r>
              <a:rPr lang="en-US" sz="2000" dirty="0"/>
              <a:t>state of knowledge, priors</a:t>
            </a:r>
          </a:p>
        </p:txBody>
      </p:sp>
    </p:spTree>
    <p:extLst>
      <p:ext uri="{BB962C8B-B14F-4D97-AF65-F5344CB8AC3E}">
        <p14:creationId xmlns:p14="http://schemas.microsoft.com/office/powerpoint/2010/main" val="199434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3D37-3003-44C1-A15A-04DB0CB0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7560E8-F70C-C9F9-F228-B049C56E694B}"/>
              </a:ext>
            </a:extLst>
          </p:cNvPr>
          <p:cNvSpPr/>
          <p:nvPr/>
        </p:nvSpPr>
        <p:spPr>
          <a:xfrm>
            <a:off x="1113692" y="1222602"/>
            <a:ext cx="4419600" cy="48411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E65A0-FEDC-55B3-506B-2A7B014B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err="1"/>
              <a:t>Normalising</a:t>
            </a:r>
            <a:r>
              <a:rPr lang="en-US" sz="3200" dirty="0"/>
              <a:t> probability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E29E9-6928-F2DD-EFAB-B01778BA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25/03/26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25D10-C08C-2730-A591-53EE14195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67BA-DD78-071A-A322-354E3340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F7118-4F05-0C9D-4BCA-0998D89D3586}"/>
              </a:ext>
            </a:extLst>
          </p:cNvPr>
          <p:cNvSpPr txBox="1"/>
          <p:nvPr/>
        </p:nvSpPr>
        <p:spPr>
          <a:xfrm>
            <a:off x="2209800" y="1394267"/>
            <a:ext cx="2883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Discrete variables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B511A-C9CC-C412-E21B-F5AA0895FDE5}"/>
              </a:ext>
            </a:extLst>
          </p:cNvPr>
          <p:cNvSpPr txBox="1"/>
          <p:nvPr/>
        </p:nvSpPr>
        <p:spPr>
          <a:xfrm>
            <a:off x="1324708" y="1884546"/>
            <a:ext cx="2344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rolling a fair die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896F25-58E4-8FCF-FAFA-F907A185A92E}"/>
                  </a:ext>
                </a:extLst>
              </p:cNvPr>
              <p:cNvSpPr txBox="1"/>
              <p:nvPr/>
            </p:nvSpPr>
            <p:spPr>
              <a:xfrm>
                <a:off x="2281281" y="4519284"/>
                <a:ext cx="2084421" cy="769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896F25-58E4-8FCF-FAFA-F907A185A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81" y="4519284"/>
                <a:ext cx="2084421" cy="769313"/>
              </a:xfrm>
              <a:prstGeom prst="rect">
                <a:avLst/>
              </a:prstGeom>
              <a:blipFill>
                <a:blip r:embed="rId3"/>
                <a:stretch>
                  <a:fillRect l="-21818" t="-119355" b="-16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2D2AD45-A086-8AEA-6174-0D33B3E2A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054" y="2769516"/>
            <a:ext cx="4224254" cy="32694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A84AC0-1E8A-E1A1-73D0-1703753E4BE5}"/>
                  </a:ext>
                </a:extLst>
              </p:cNvPr>
              <p:cNvSpPr txBox="1"/>
              <p:nvPr/>
            </p:nvSpPr>
            <p:spPr>
              <a:xfrm>
                <a:off x="1584903" y="2400184"/>
                <a:ext cx="20844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={1, 2, 3, 4, 5, 6}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A84AC0-1E8A-E1A1-73D0-1703753E4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03" y="2400184"/>
                <a:ext cx="2084421" cy="369332"/>
              </a:xfrm>
              <a:prstGeom prst="rect">
                <a:avLst/>
              </a:prstGeom>
              <a:blipFill>
                <a:blip r:embed="rId5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Dice Faces: Over 4,499 Royalty-Free Licensable Stock Illustrations &amp;  Drawings | Shutterstock">
            <a:extLst>
              <a:ext uri="{FF2B5EF4-FFF2-40B4-BE49-F238E27FC236}">
                <a16:creationId xmlns:a16="http://schemas.microsoft.com/office/drawing/2014/main" id="{19BA9227-7CEA-683D-DF25-53618C2FC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68" b="24780"/>
          <a:stretch>
            <a:fillRect/>
          </a:stretch>
        </p:blipFill>
        <p:spPr bwMode="auto">
          <a:xfrm>
            <a:off x="6096000" y="1608346"/>
            <a:ext cx="5854212" cy="97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10EE66-A5BA-BA21-3989-B338F30F40E0}"/>
                  </a:ext>
                </a:extLst>
              </p:cNvPr>
              <p:cNvSpPr txBox="1"/>
              <p:nvPr/>
            </p:nvSpPr>
            <p:spPr>
              <a:xfrm>
                <a:off x="1189892" y="3059668"/>
                <a:ext cx="23446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(1)=1/6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10EE66-A5BA-BA21-3989-B338F30F4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892" y="3059668"/>
                <a:ext cx="2344616" cy="369332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18BDEF-49C1-F843-1299-9FBF23113973}"/>
                  </a:ext>
                </a:extLst>
              </p:cNvPr>
              <p:cNvSpPr txBox="1"/>
              <p:nvPr/>
            </p:nvSpPr>
            <p:spPr>
              <a:xfrm>
                <a:off x="1187417" y="3488008"/>
                <a:ext cx="23446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(2)=1/6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18BDEF-49C1-F843-1299-9FBF23113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17" y="3488008"/>
                <a:ext cx="2344616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1283AC-B74A-DAFA-8552-FF536D1DB8D4}"/>
                  </a:ext>
                </a:extLst>
              </p:cNvPr>
              <p:cNvSpPr txBox="1"/>
              <p:nvPr/>
            </p:nvSpPr>
            <p:spPr>
              <a:xfrm>
                <a:off x="1187417" y="3924466"/>
                <a:ext cx="23446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(3)=1/6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1283AC-B74A-DAFA-8552-FF536D1DB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17" y="3924466"/>
                <a:ext cx="2344616" cy="369332"/>
              </a:xfrm>
              <a:prstGeom prst="rect">
                <a:avLst/>
              </a:prstGeom>
              <a:blipFill>
                <a:blip r:embed="rId9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7B4A8B-1A50-9E29-5C92-23AA6B9DD7F3}"/>
                  </a:ext>
                </a:extLst>
              </p:cNvPr>
              <p:cNvSpPr txBox="1"/>
              <p:nvPr/>
            </p:nvSpPr>
            <p:spPr>
              <a:xfrm>
                <a:off x="2772508" y="3035678"/>
                <a:ext cx="23446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(4)=1/6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7B4A8B-1A50-9E29-5C92-23AA6B9DD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508" y="3035678"/>
                <a:ext cx="2344616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0F740D-BE30-7958-C2C3-FCC27278073F}"/>
                  </a:ext>
                </a:extLst>
              </p:cNvPr>
              <p:cNvSpPr txBox="1"/>
              <p:nvPr/>
            </p:nvSpPr>
            <p:spPr>
              <a:xfrm>
                <a:off x="2772508" y="3480072"/>
                <a:ext cx="23446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(5)=1/6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0F740D-BE30-7958-C2C3-FCC272780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508" y="3480072"/>
                <a:ext cx="2344616" cy="369332"/>
              </a:xfrm>
              <a:prstGeom prst="rect">
                <a:avLst/>
              </a:prstGeom>
              <a:blipFill>
                <a:blip r:embed="rId11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10AA7F-9F76-14A6-4AE8-BECFD28E42FB}"/>
                  </a:ext>
                </a:extLst>
              </p:cNvPr>
              <p:cNvSpPr txBox="1"/>
              <p:nvPr/>
            </p:nvSpPr>
            <p:spPr>
              <a:xfrm>
                <a:off x="2772508" y="3933458"/>
                <a:ext cx="23446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(6)=1/6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10AA7F-9F76-14A6-4AE8-BECFD28E4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508" y="3933458"/>
                <a:ext cx="2344616" cy="369332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AAB1EE-FDBE-66BC-BBEA-BF6D86537B0B}"/>
                  </a:ext>
                </a:extLst>
              </p:cNvPr>
              <p:cNvSpPr txBox="1"/>
              <p:nvPr/>
            </p:nvSpPr>
            <p:spPr>
              <a:xfrm>
                <a:off x="1341219" y="5505091"/>
                <a:ext cx="1559588" cy="441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AAB1EE-FDBE-66BC-BBEA-BF6D86537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219" y="5505091"/>
                <a:ext cx="1559588" cy="441788"/>
              </a:xfrm>
              <a:prstGeom prst="rect">
                <a:avLst/>
              </a:prstGeom>
              <a:blipFill>
                <a:blip r:embed="rId13"/>
                <a:stretch>
                  <a:fillRect t="-2778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B1D9584-1E20-01FA-AA37-2D57C50ED023}"/>
              </a:ext>
            </a:extLst>
          </p:cNvPr>
          <p:cNvSpPr txBox="1"/>
          <p:nvPr/>
        </p:nvSpPr>
        <p:spPr>
          <a:xfrm>
            <a:off x="3037654" y="5379047"/>
            <a:ext cx="2632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Probability Mass Function (PMF)</a:t>
            </a:r>
          </a:p>
        </p:txBody>
      </p:sp>
    </p:spTree>
    <p:extLst>
      <p:ext uri="{BB962C8B-B14F-4D97-AF65-F5344CB8AC3E}">
        <p14:creationId xmlns:p14="http://schemas.microsoft.com/office/powerpoint/2010/main" val="392229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0D02-6077-CA93-A767-7F67DF52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4C076F-D456-1DB0-D6DE-A7F2F805EB41}"/>
              </a:ext>
            </a:extLst>
          </p:cNvPr>
          <p:cNvSpPr/>
          <p:nvPr/>
        </p:nvSpPr>
        <p:spPr>
          <a:xfrm>
            <a:off x="1113692" y="1222602"/>
            <a:ext cx="4419600" cy="48411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887E-7458-520A-4245-CDD4C739C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25/03/26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4D3DE-F5BC-E9AF-1973-5687D777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F87F-F556-FFED-3C72-8E931EEE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ECF8E-2296-8D5F-848C-301C20AA23BB}"/>
              </a:ext>
            </a:extLst>
          </p:cNvPr>
          <p:cNvSpPr txBox="1"/>
          <p:nvPr/>
        </p:nvSpPr>
        <p:spPr>
          <a:xfrm>
            <a:off x="1932348" y="1376189"/>
            <a:ext cx="2883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Continuous variables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E63C5-BB12-1BD1-54F1-24CE1A7457E7}"/>
              </a:ext>
            </a:extLst>
          </p:cNvPr>
          <p:cNvSpPr txBox="1"/>
          <p:nvPr/>
        </p:nvSpPr>
        <p:spPr>
          <a:xfrm>
            <a:off x="1324708" y="1884546"/>
            <a:ext cx="3234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angle of spinner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85A2B-5529-FFC8-78C2-036AA3D424BE}"/>
                  </a:ext>
                </a:extLst>
              </p:cNvPr>
              <p:cNvSpPr txBox="1"/>
              <p:nvPr/>
            </p:nvSpPr>
            <p:spPr>
              <a:xfrm>
                <a:off x="1390572" y="2546490"/>
                <a:ext cx="20844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=[0, 360º]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85A2B-5529-FFC8-78C2-036AA3D42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572" y="2546490"/>
                <a:ext cx="2084421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79D476-8AA0-B0A1-73B6-49FCE090FCF4}"/>
                  </a:ext>
                </a:extLst>
              </p:cNvPr>
              <p:cNvSpPr txBox="1"/>
              <p:nvPr/>
            </p:nvSpPr>
            <p:spPr>
              <a:xfrm>
                <a:off x="1652989" y="3244658"/>
                <a:ext cx="1559588" cy="488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groupCh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79D476-8AA0-B0A1-73B6-49FCE090F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989" y="3244658"/>
                <a:ext cx="1559588" cy="488852"/>
              </a:xfrm>
              <a:prstGeom prst="rect">
                <a:avLst/>
              </a:prstGeom>
              <a:blipFill>
                <a:blip r:embed="rId4"/>
                <a:stretch>
                  <a:fillRect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48316F7-047C-059B-2E74-755B8D5294E3}"/>
              </a:ext>
            </a:extLst>
          </p:cNvPr>
          <p:cNvSpPr txBox="1"/>
          <p:nvPr/>
        </p:nvSpPr>
        <p:spPr>
          <a:xfrm>
            <a:off x="1625761" y="4040552"/>
            <a:ext cx="2632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Probability Density Function (PDF)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4F0340-9DF8-A004-42AA-5035C6CFB9D3}"/>
                  </a:ext>
                </a:extLst>
              </p:cNvPr>
              <p:cNvSpPr txBox="1"/>
              <p:nvPr/>
            </p:nvSpPr>
            <p:spPr>
              <a:xfrm>
                <a:off x="1324708" y="5105704"/>
                <a:ext cx="2084421" cy="736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1800" b="0" i="1" dirty="0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s-ES" sz="1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4F0340-9DF8-A004-42AA-5035C6CFB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708" y="5105704"/>
                <a:ext cx="2084421" cy="736227"/>
              </a:xfrm>
              <a:prstGeom prst="rect">
                <a:avLst/>
              </a:prstGeom>
              <a:blipFill>
                <a:blip r:embed="rId5"/>
                <a:stretch>
                  <a:fillRect l="-40606" t="-151724" b="-2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6pcs Spinner 10CM Plastic Rotating Arrow Pointer DIY Board Game Children's  Toy Accessories - AliExpress 18">
            <a:extLst>
              <a:ext uri="{FF2B5EF4-FFF2-40B4-BE49-F238E27FC236}">
                <a16:creationId xmlns:a16="http://schemas.microsoft.com/office/drawing/2014/main" id="{C7C35A48-4EBE-886A-4B48-706FE1E37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664705"/>
            <a:ext cx="1823078" cy="182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FA8822C-DDCB-5155-06FE-D95831B6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err="1"/>
              <a:t>Normalising</a:t>
            </a:r>
            <a:r>
              <a:rPr lang="en-US" sz="3200" dirty="0"/>
              <a:t> probability values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B31975-A700-748C-D4A5-82866DB9C6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3295" y="2624081"/>
            <a:ext cx="4675013" cy="356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9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DF61-C9B7-6CEB-CDAC-C604C3BC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EE9FC3-2FD9-C70B-4A2D-D814E56C5A41}"/>
              </a:ext>
            </a:extLst>
          </p:cNvPr>
          <p:cNvSpPr/>
          <p:nvPr/>
        </p:nvSpPr>
        <p:spPr>
          <a:xfrm>
            <a:off x="1227992" y="2579848"/>
            <a:ext cx="4114800" cy="159679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6AEF9-BD4E-7A76-DB9E-6B31746F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0F580-4754-E06E-D525-9D7092E2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D6129-0FED-6E8B-7741-28BB444B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BBD8D-655A-4CB2-98DA-391410E5E3C2}"/>
              </a:ext>
            </a:extLst>
          </p:cNvPr>
          <p:cNvSpPr txBox="1"/>
          <p:nvPr/>
        </p:nvSpPr>
        <p:spPr>
          <a:xfrm>
            <a:off x="2382622" y="2811626"/>
            <a:ext cx="2597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Discrete PMF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8C491-484D-9057-4D86-D6535176D3A2}"/>
              </a:ext>
            </a:extLst>
          </p:cNvPr>
          <p:cNvSpPr txBox="1"/>
          <p:nvPr/>
        </p:nvSpPr>
        <p:spPr>
          <a:xfrm>
            <a:off x="2509150" y="3281644"/>
            <a:ext cx="23446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Binomial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Poisson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D5127-1E3B-708E-7F7C-5AD5DC61163D}"/>
              </a:ext>
            </a:extLst>
          </p:cNvPr>
          <p:cNvSpPr/>
          <p:nvPr/>
        </p:nvSpPr>
        <p:spPr>
          <a:xfrm>
            <a:off x="7150098" y="2623123"/>
            <a:ext cx="4114801" cy="160427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D55BFDE-5257-FD66-365A-31C7C3338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Common probability distributions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803289-3380-3E15-9AB3-065ABD309055}"/>
              </a:ext>
            </a:extLst>
          </p:cNvPr>
          <p:cNvSpPr txBox="1"/>
          <p:nvPr/>
        </p:nvSpPr>
        <p:spPr>
          <a:xfrm>
            <a:off x="8153400" y="2811626"/>
            <a:ext cx="23024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Continuous PDF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3EFE2-8CBF-D313-79B0-1926EB2F7D57}"/>
              </a:ext>
            </a:extLst>
          </p:cNvPr>
          <p:cNvSpPr txBox="1"/>
          <p:nvPr/>
        </p:nvSpPr>
        <p:spPr>
          <a:xfrm>
            <a:off x="8369503" y="3351553"/>
            <a:ext cx="23446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Uniform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Gaussian</a:t>
            </a:r>
          </a:p>
        </p:txBody>
      </p:sp>
    </p:spTree>
    <p:extLst>
      <p:ext uri="{BB962C8B-B14F-4D97-AF65-F5344CB8AC3E}">
        <p14:creationId xmlns:p14="http://schemas.microsoft.com/office/powerpoint/2010/main" val="814369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4DDE-C6E5-ED33-2220-03871B6D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C82B9-CDC1-0939-DDD4-900DBF78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56058-BA02-2A99-852D-E967F9B0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C1D18-B1A2-6EA3-DF73-F21FEBB8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8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5A7FC08-A99F-5AC5-517C-22BD32E2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Binomial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44B9-53F1-FEE4-C557-E3204E753AE2}"/>
              </a:ext>
            </a:extLst>
          </p:cNvPr>
          <p:cNvSpPr txBox="1"/>
          <p:nvPr/>
        </p:nvSpPr>
        <p:spPr>
          <a:xfrm>
            <a:off x="990611" y="1226004"/>
            <a:ext cx="8991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Built up from binary events (success/failure) – known as </a:t>
            </a:r>
            <a:r>
              <a:rPr lang="en-US" sz="2000" dirty="0" err="1"/>
              <a:t>Bernouilli</a:t>
            </a:r>
            <a:r>
              <a:rPr lang="en-US" sz="2000" dirty="0"/>
              <a:t> trials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6220D-838A-5AFD-FA3D-410DA03CF6FB}"/>
              </a:ext>
            </a:extLst>
          </p:cNvPr>
          <p:cNvSpPr txBox="1"/>
          <p:nvPr/>
        </p:nvSpPr>
        <p:spPr>
          <a:xfrm>
            <a:off x="1027366" y="1804317"/>
            <a:ext cx="68007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Examples: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Particle detection: is anything detected at specific detector?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Disease infection: is individual infected?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Gene inheritance: is a trait present in an individual?</a:t>
            </a:r>
          </a:p>
        </p:txBody>
      </p:sp>
    </p:spTree>
    <p:extLst>
      <p:ext uri="{BB962C8B-B14F-4D97-AF65-F5344CB8AC3E}">
        <p14:creationId xmlns:p14="http://schemas.microsoft.com/office/powerpoint/2010/main" val="85008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FB92-A5C8-68D3-73F2-37B296F5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98FFE-DD6A-A624-FDDF-D9642DA98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22353-38B3-067C-5C31-E47792F0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98628-100B-B3C9-FE5F-FADEC6CC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9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91EE7DB-3C12-5D57-AFDB-E477AC22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Binomial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A42B74-C3FA-D7C6-82C8-C337B4E61E5C}"/>
              </a:ext>
            </a:extLst>
          </p:cNvPr>
          <p:cNvSpPr txBox="1"/>
          <p:nvPr/>
        </p:nvSpPr>
        <p:spPr>
          <a:xfrm>
            <a:off x="838200" y="1243481"/>
            <a:ext cx="3970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Ex: tossing a coin (heads or tails)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0CF57-94D7-A8E2-9553-5245A0E946CD}"/>
              </a:ext>
            </a:extLst>
          </p:cNvPr>
          <p:cNvSpPr txBox="1"/>
          <p:nvPr/>
        </p:nvSpPr>
        <p:spPr>
          <a:xfrm>
            <a:off x="4808738" y="1131712"/>
            <a:ext cx="5656051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What is the probability of obtaining </a:t>
            </a:r>
            <a:r>
              <a:rPr lang="en-US" sz="2000" b="1" i="1" dirty="0"/>
              <a:t>k</a:t>
            </a:r>
            <a:r>
              <a:rPr lang="en-US" sz="2000" b="1" dirty="0"/>
              <a:t> heads when we toss a coin </a:t>
            </a:r>
            <a:r>
              <a:rPr lang="en-US" sz="2000" b="1" i="1" dirty="0"/>
              <a:t>n</a:t>
            </a:r>
            <a:r>
              <a:rPr lang="en-US" sz="2000" b="1" dirty="0"/>
              <a:t> times?   </a:t>
            </a:r>
          </a:p>
        </p:txBody>
      </p:sp>
      <p:pic>
        <p:nvPicPr>
          <p:cNvPr id="10" name="Picture 9" descr="A diagram of a coin&#10;&#10;AI-generated content may be incorrect.">
            <a:extLst>
              <a:ext uri="{FF2B5EF4-FFF2-40B4-BE49-F238E27FC236}">
                <a16:creationId xmlns:a16="http://schemas.microsoft.com/office/drawing/2014/main" id="{77A81303-3B54-9527-89E7-5D9811008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298" y="3001487"/>
            <a:ext cx="3405084" cy="2516146"/>
          </a:xfrm>
          <a:prstGeom prst="rect">
            <a:avLst/>
          </a:prstGeom>
        </p:spPr>
      </p:pic>
      <p:pic>
        <p:nvPicPr>
          <p:cNvPr id="13" name="Picture 12" descr="A diagram of a diagram of a coin&#10;&#10;AI-generated content may be incorrect.">
            <a:extLst>
              <a:ext uri="{FF2B5EF4-FFF2-40B4-BE49-F238E27FC236}">
                <a16:creationId xmlns:a16="http://schemas.microsoft.com/office/drawing/2014/main" id="{644DCFB3-7268-96CA-2BE1-1112BFAC2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0" y="2662173"/>
            <a:ext cx="3549706" cy="3173002"/>
          </a:xfrm>
          <a:prstGeom prst="rect">
            <a:avLst/>
          </a:prstGeom>
        </p:spPr>
      </p:pic>
      <p:pic>
        <p:nvPicPr>
          <p:cNvPr id="15" name="Picture 1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B00A5DDC-D2A4-2131-ADC0-55A5805F5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50" y="2508464"/>
            <a:ext cx="5706862" cy="3375026"/>
          </a:xfrm>
          <a:prstGeom prst="rect">
            <a:avLst/>
          </a:prstGeom>
        </p:spPr>
      </p:pic>
      <p:pic>
        <p:nvPicPr>
          <p:cNvPr id="17" name="Picture 16" descr="A math equations with black letters&#10;&#10;AI-generated content may be incorrect.">
            <a:extLst>
              <a:ext uri="{FF2B5EF4-FFF2-40B4-BE49-F238E27FC236}">
                <a16:creationId xmlns:a16="http://schemas.microsoft.com/office/drawing/2014/main" id="{ED5F15E6-6DE7-7AF5-5185-7C891E395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460" y="2616453"/>
            <a:ext cx="3327400" cy="1003300"/>
          </a:xfrm>
          <a:prstGeom prst="rect">
            <a:avLst/>
          </a:prstGeom>
        </p:spPr>
      </p:pic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9937202-AF59-5C26-5B3E-59C3143667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100" y="2642778"/>
            <a:ext cx="3848100" cy="1676400"/>
          </a:xfrm>
          <a:prstGeom prst="rect">
            <a:avLst/>
          </a:prstGeom>
        </p:spPr>
      </p:pic>
      <p:pic>
        <p:nvPicPr>
          <p:cNvPr id="8" name="Picture 7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E1CACA03-0078-A35C-45AE-6A9FD81FB5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4100" y="2616453"/>
            <a:ext cx="544353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8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D1DA-83CC-E764-CC35-5FCD413C1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59CD5-2A86-7168-F2F0-ED4DDFB14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91ED8-54FE-1185-0DA6-20E578D8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84C35-3D17-BEA4-9CA8-0AD6F6EFF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10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5A9583-7878-0B99-E3FD-06DD4B21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Binomial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3B70-6F47-82DE-B240-B9097802CB1F}"/>
              </a:ext>
            </a:extLst>
          </p:cNvPr>
          <p:cNvSpPr txBox="1"/>
          <p:nvPr/>
        </p:nvSpPr>
        <p:spPr>
          <a:xfrm>
            <a:off x="838200" y="1243481"/>
            <a:ext cx="3970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Ex: tossing a coin (heads or tails)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BA079C-67B7-27C5-48F8-56526E15C531}"/>
              </a:ext>
            </a:extLst>
          </p:cNvPr>
          <p:cNvSpPr txBox="1"/>
          <p:nvPr/>
        </p:nvSpPr>
        <p:spPr>
          <a:xfrm>
            <a:off x="4808738" y="1131712"/>
            <a:ext cx="5656051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What is the probability of obtaining </a:t>
            </a:r>
            <a:r>
              <a:rPr lang="en-US" sz="2000" b="1" i="1" dirty="0"/>
              <a:t>k</a:t>
            </a:r>
            <a:r>
              <a:rPr lang="en-US" sz="2000" b="1" dirty="0"/>
              <a:t> heads when we toss a coin </a:t>
            </a:r>
            <a:r>
              <a:rPr lang="en-US" sz="2000" b="1" i="1" dirty="0"/>
              <a:t>n</a:t>
            </a:r>
            <a:r>
              <a:rPr lang="en-US" sz="2000" b="1" dirty="0"/>
              <a:t> times?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ECB91-CB94-A480-B809-CFB8BAE4F8B5}"/>
              </a:ext>
            </a:extLst>
          </p:cNvPr>
          <p:cNvSpPr txBox="1"/>
          <p:nvPr/>
        </p:nvSpPr>
        <p:spPr>
          <a:xfrm>
            <a:off x="1799613" y="2456695"/>
            <a:ext cx="1781787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General case</a:t>
            </a:r>
          </a:p>
        </p:txBody>
      </p:sp>
      <p:pic>
        <p:nvPicPr>
          <p:cNvPr id="22" name="Picture 2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B9AE41A-3EC5-A5B2-C734-CF553AEF6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701" y="3221055"/>
            <a:ext cx="2579574" cy="669784"/>
          </a:xfrm>
          <a:prstGeom prst="rect">
            <a:avLst/>
          </a:prstGeom>
        </p:spPr>
      </p:pic>
      <p:pic>
        <p:nvPicPr>
          <p:cNvPr id="25" name="Picture 24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08B1047C-F4E7-CB70-39EA-8473E1233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790" y="5360026"/>
            <a:ext cx="1767547" cy="712430"/>
          </a:xfrm>
          <a:prstGeom prst="rect">
            <a:avLst/>
          </a:prstGeom>
        </p:spPr>
      </p:pic>
      <p:sp>
        <p:nvSpPr>
          <p:cNvPr id="28" name="Left Bracket 27">
            <a:extLst>
              <a:ext uri="{FF2B5EF4-FFF2-40B4-BE49-F238E27FC236}">
                <a16:creationId xmlns:a16="http://schemas.microsoft.com/office/drawing/2014/main" id="{92200CD3-1780-0E1B-C8C7-6C5B3ECD0C65}"/>
              </a:ext>
            </a:extLst>
          </p:cNvPr>
          <p:cNvSpPr/>
          <p:nvPr/>
        </p:nvSpPr>
        <p:spPr>
          <a:xfrm rot="16200000">
            <a:off x="3063980" y="3791114"/>
            <a:ext cx="82926" cy="195953"/>
          </a:xfrm>
          <a:prstGeom prst="leftBracket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CF3524-7CD0-9285-B2AB-F114D20EA6A4}"/>
              </a:ext>
            </a:extLst>
          </p:cNvPr>
          <p:cNvCxnSpPr>
            <a:cxnSpLocks/>
          </p:cNvCxnSpPr>
          <p:nvPr/>
        </p:nvCxnSpPr>
        <p:spPr>
          <a:xfrm>
            <a:off x="3105443" y="3931267"/>
            <a:ext cx="0" cy="44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C2C621BC-D7DA-B42C-20DF-6C70C88BF1E9}"/>
              </a:ext>
            </a:extLst>
          </p:cNvPr>
          <p:cNvSpPr/>
          <p:nvPr/>
        </p:nvSpPr>
        <p:spPr>
          <a:xfrm rot="16200000">
            <a:off x="3723196" y="3422653"/>
            <a:ext cx="85858" cy="935805"/>
          </a:xfrm>
          <a:prstGeom prst="leftBracket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ABEC70-D600-92AE-7ED8-C31B4DBD19DD}"/>
              </a:ext>
            </a:extLst>
          </p:cNvPr>
          <p:cNvCxnSpPr>
            <a:cxnSpLocks/>
          </p:cNvCxnSpPr>
          <p:nvPr/>
        </p:nvCxnSpPr>
        <p:spPr>
          <a:xfrm>
            <a:off x="4127593" y="3930554"/>
            <a:ext cx="0" cy="44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Left Bracket 31">
            <a:extLst>
              <a:ext uri="{FF2B5EF4-FFF2-40B4-BE49-F238E27FC236}">
                <a16:creationId xmlns:a16="http://schemas.microsoft.com/office/drawing/2014/main" id="{E490B172-7BCB-8BB4-79AC-08CA1BDBCFD6}"/>
              </a:ext>
            </a:extLst>
          </p:cNvPr>
          <p:cNvSpPr/>
          <p:nvPr/>
        </p:nvSpPr>
        <p:spPr>
          <a:xfrm rot="16200000">
            <a:off x="2761953" y="3791112"/>
            <a:ext cx="82926" cy="195953"/>
          </a:xfrm>
          <a:prstGeom prst="leftBracket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BC722A-93B3-2FF6-162F-83351C2708C0}"/>
              </a:ext>
            </a:extLst>
          </p:cNvPr>
          <p:cNvCxnSpPr>
            <a:cxnSpLocks/>
          </p:cNvCxnSpPr>
          <p:nvPr/>
        </p:nvCxnSpPr>
        <p:spPr>
          <a:xfrm>
            <a:off x="2739103" y="3930554"/>
            <a:ext cx="0" cy="44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2AD2355-1D41-1151-59C7-4471F628D172}"/>
              </a:ext>
            </a:extLst>
          </p:cNvPr>
          <p:cNvSpPr txBox="1"/>
          <p:nvPr/>
        </p:nvSpPr>
        <p:spPr>
          <a:xfrm>
            <a:off x="2954094" y="4336892"/>
            <a:ext cx="895713" cy="577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50" dirty="0"/>
              <a:t>prob of </a:t>
            </a:r>
            <a:r>
              <a:rPr lang="en-US" sz="1050" i="1" dirty="0"/>
              <a:t>k </a:t>
            </a:r>
            <a:r>
              <a:rPr lang="en-US" sz="1050" dirty="0"/>
              <a:t>consecutive heads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689C4C-6B90-FCCF-1FF9-380F1CDCA801}"/>
              </a:ext>
            </a:extLst>
          </p:cNvPr>
          <p:cNvSpPr txBox="1"/>
          <p:nvPr/>
        </p:nvSpPr>
        <p:spPr>
          <a:xfrm>
            <a:off x="3913025" y="4332397"/>
            <a:ext cx="895713" cy="577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50" dirty="0"/>
              <a:t>prob of </a:t>
            </a:r>
            <a:r>
              <a:rPr lang="en-US" sz="1050" i="1" dirty="0"/>
              <a:t>n-k </a:t>
            </a:r>
            <a:r>
              <a:rPr lang="en-US" sz="1050" dirty="0"/>
              <a:t>consecutive tails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913227-4321-D8E2-8E2C-3CF46CD268DB}"/>
              </a:ext>
            </a:extLst>
          </p:cNvPr>
          <p:cNvSpPr txBox="1"/>
          <p:nvPr/>
        </p:nvSpPr>
        <p:spPr>
          <a:xfrm>
            <a:off x="2209730" y="4358825"/>
            <a:ext cx="895713" cy="577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50" dirty="0"/>
              <a:t># of ways of ordering results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F7EF03-D972-0F01-AAF8-98113B400895}"/>
              </a:ext>
            </a:extLst>
          </p:cNvPr>
          <p:cNvCxnSpPr>
            <a:cxnSpLocks/>
          </p:cNvCxnSpPr>
          <p:nvPr/>
        </p:nvCxnSpPr>
        <p:spPr>
          <a:xfrm>
            <a:off x="2511278" y="4958449"/>
            <a:ext cx="0" cy="44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4379FF34-A963-5F41-5E37-3C8DA7DE07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6125" y="5604853"/>
            <a:ext cx="2260034" cy="242869"/>
          </a:xfrm>
          <a:prstGeom prst="rect">
            <a:avLst/>
          </a:prstGeom>
        </p:spPr>
      </p:pic>
      <p:pic>
        <p:nvPicPr>
          <p:cNvPr id="8" name="binomial_slider.mp4">
            <a:hlinkClick r:id="" action="ppaction://media"/>
            <a:extLst>
              <a:ext uri="{FF2B5EF4-FFF2-40B4-BE49-F238E27FC236}">
                <a16:creationId xmlns:a16="http://schemas.microsoft.com/office/drawing/2014/main" id="{2FB5AF25-82E7-8904-EABD-391E38FA10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4792" t="4583" r="6875"/>
          <a:stretch>
            <a:fillRect/>
          </a:stretch>
        </p:blipFill>
        <p:spPr>
          <a:xfrm>
            <a:off x="6197227" y="2444024"/>
            <a:ext cx="5849669" cy="315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3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2" grpId="0" animBg="1"/>
      <p:bldP spid="34" grpId="0"/>
      <p:bldP spid="35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D251-C234-C7A1-FD26-35FBEA45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BD410-6407-A3A6-71E6-27E023994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3C545-5D8C-4FAD-9AB3-D51CEA0C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F6FD-ADB2-C256-9BB5-ACCADCEB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47707FE-1793-A24A-43F1-EA0BE2DE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Binomial distribution</a:t>
            </a:r>
          </a:p>
        </p:txBody>
      </p:sp>
      <p:pic>
        <p:nvPicPr>
          <p:cNvPr id="8" name="Picture 7" descr="A close-up of a nutrition label&#10;&#10;AI-generated content may be incorrect.">
            <a:extLst>
              <a:ext uri="{FF2B5EF4-FFF2-40B4-BE49-F238E27FC236}">
                <a16:creationId xmlns:a16="http://schemas.microsoft.com/office/drawing/2014/main" id="{550BE9E2-6D41-A520-8D49-E9511ED90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7259"/>
            <a:ext cx="5136120" cy="9995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CD4F55-BB99-9A91-96F9-E80F1ED8E381}"/>
              </a:ext>
            </a:extLst>
          </p:cNvPr>
          <p:cNvSpPr txBox="1"/>
          <p:nvPr/>
        </p:nvSpPr>
        <p:spPr>
          <a:xfrm>
            <a:off x="1004495" y="3593992"/>
            <a:ext cx="2410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Smoker? YES/NO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EF0CA-D85A-5EC1-312E-DFFC8BD9283D}"/>
              </a:ext>
            </a:extLst>
          </p:cNvPr>
          <p:cNvSpPr txBox="1"/>
          <p:nvPr/>
        </p:nvSpPr>
        <p:spPr>
          <a:xfrm>
            <a:off x="847613" y="4744338"/>
            <a:ext cx="3190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Overall prob of being a smoker in age band 30-44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1C51E-2601-1C09-6E06-D6CE88E2B635}"/>
              </a:ext>
            </a:extLst>
          </p:cNvPr>
          <p:cNvSpPr txBox="1"/>
          <p:nvPr/>
        </p:nvSpPr>
        <p:spPr>
          <a:xfrm>
            <a:off x="4186038" y="4913614"/>
            <a:ext cx="1147700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400" b="0" i="0" dirty="0">
                <a:effectLst/>
                <a:latin typeface="Menlo" panose="020B0609030804020204" pitchFamily="49" charset="0"/>
              </a:rPr>
              <a:t>p = 0.569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9B43A0-CF8D-0755-311E-6ED13C781386}"/>
              </a:ext>
            </a:extLst>
          </p:cNvPr>
          <p:cNvSpPr txBox="1"/>
          <p:nvPr/>
        </p:nvSpPr>
        <p:spPr>
          <a:xfrm>
            <a:off x="7278229" y="1497478"/>
            <a:ext cx="426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Randomise</a:t>
            </a:r>
            <a:r>
              <a:rPr lang="en-US" dirty="0"/>
              <a:t> participants into groups of 20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23A941-4E3E-A57B-2A34-B4093A076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263" y="3021505"/>
            <a:ext cx="5069953" cy="27976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1DB1B27-D282-8BCE-1A99-88CE69DC55E5}"/>
              </a:ext>
            </a:extLst>
          </p:cNvPr>
          <p:cNvSpPr txBox="1"/>
          <p:nvPr/>
        </p:nvSpPr>
        <p:spPr>
          <a:xfrm>
            <a:off x="7278229" y="2243931"/>
            <a:ext cx="464998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Probability of</a:t>
            </a:r>
            <a:r>
              <a:rPr lang="en-US" b="1" i="1" dirty="0"/>
              <a:t> k </a:t>
            </a:r>
            <a:r>
              <a:rPr lang="en-US" b="1" dirty="0"/>
              <a:t>smokers in group of </a:t>
            </a:r>
            <a:r>
              <a:rPr lang="en-US" b="1" i="1" dirty="0"/>
              <a:t>n </a:t>
            </a:r>
            <a:r>
              <a:rPr lang="en-US" b="1" dirty="0"/>
              <a:t>= 20?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0B02AB-16DE-AB24-60A3-3BA0457FF01D}"/>
              </a:ext>
            </a:extLst>
          </p:cNvPr>
          <p:cNvCxnSpPr>
            <a:cxnSpLocks/>
          </p:cNvCxnSpPr>
          <p:nvPr/>
        </p:nvCxnSpPr>
        <p:spPr>
          <a:xfrm>
            <a:off x="6219083" y="2428597"/>
            <a:ext cx="9308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4C37238-50CD-5B39-B97D-5B6B196CA16A}"/>
              </a:ext>
            </a:extLst>
          </p:cNvPr>
          <p:cNvSpPr txBox="1"/>
          <p:nvPr/>
        </p:nvSpPr>
        <p:spPr>
          <a:xfrm>
            <a:off x="396018" y="1184742"/>
            <a:ext cx="3970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333527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8" grpId="0" animBg="1"/>
      <p:bldP spid="20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A8E9-8FE9-D84A-B7D4-6B7AF3CA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8F58C-7220-72A0-EC81-E9D3141A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97E8-88A4-1E00-F489-6835792E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90762-22E2-8611-697B-7AA64220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798E1CA-A3D7-1095-A0B0-F2FB3A63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Binomial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4C2717-BF70-C8E3-B534-6A7E212F09A5}"/>
              </a:ext>
            </a:extLst>
          </p:cNvPr>
          <p:cNvSpPr txBox="1"/>
          <p:nvPr/>
        </p:nvSpPr>
        <p:spPr>
          <a:xfrm>
            <a:off x="396018" y="1184742"/>
            <a:ext cx="14317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Case study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731CF0-E148-9054-7B3A-C5029C28E013}"/>
              </a:ext>
            </a:extLst>
          </p:cNvPr>
          <p:cNvSpPr txBox="1"/>
          <p:nvPr/>
        </p:nvSpPr>
        <p:spPr>
          <a:xfrm>
            <a:off x="7278229" y="1497478"/>
            <a:ext cx="426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Randomise</a:t>
            </a:r>
            <a:r>
              <a:rPr lang="en-US" dirty="0"/>
              <a:t> participants into groups of 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CF8D71-A5F2-7BEC-3ADD-4C06ACA7011F}"/>
              </a:ext>
            </a:extLst>
          </p:cNvPr>
          <p:cNvSpPr txBox="1"/>
          <p:nvPr/>
        </p:nvSpPr>
        <p:spPr>
          <a:xfrm>
            <a:off x="7278229" y="2243931"/>
            <a:ext cx="464998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Probability of</a:t>
            </a:r>
            <a:r>
              <a:rPr lang="en-US" b="1" i="1" dirty="0"/>
              <a:t> k </a:t>
            </a:r>
            <a:r>
              <a:rPr lang="en-US" b="1" dirty="0"/>
              <a:t>smokers in group of </a:t>
            </a:r>
            <a:r>
              <a:rPr lang="en-US" b="1" i="1" dirty="0"/>
              <a:t>n </a:t>
            </a:r>
            <a:r>
              <a:rPr lang="en-US" b="1" dirty="0"/>
              <a:t>= 20?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6429A-AA77-B6E7-5CBB-0746C6B9AA1E}"/>
              </a:ext>
            </a:extLst>
          </p:cNvPr>
          <p:cNvSpPr txBox="1"/>
          <p:nvPr/>
        </p:nvSpPr>
        <p:spPr>
          <a:xfrm>
            <a:off x="619308" y="2613263"/>
            <a:ext cx="190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  <a:r>
              <a:rPr lang="en-US" sz="1800" dirty="0"/>
              <a:t>. Seed the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6C2B01-7EEE-5786-523E-520C876C2908}"/>
              </a:ext>
            </a:extLst>
          </p:cNvPr>
          <p:cNvSpPr txBox="1"/>
          <p:nvPr/>
        </p:nvSpPr>
        <p:spPr>
          <a:xfrm>
            <a:off x="622793" y="3477587"/>
            <a:ext cx="3102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Generated 2000 samples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2EE462-7C42-F6EE-825A-FEF9D297A890}"/>
              </a:ext>
            </a:extLst>
          </p:cNvPr>
          <p:cNvSpPr txBox="1"/>
          <p:nvPr/>
        </p:nvSpPr>
        <p:spPr>
          <a:xfrm>
            <a:off x="619308" y="4808224"/>
            <a:ext cx="3559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Construct </a:t>
            </a:r>
            <a:r>
              <a:rPr lang="en-US" dirty="0" err="1"/>
              <a:t>pmf</a:t>
            </a:r>
            <a:r>
              <a:rPr lang="en-US" dirty="0"/>
              <a:t> from overall 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2AA6EF-872E-670C-901E-FC1EF79D6D4C}"/>
              </a:ext>
            </a:extLst>
          </p:cNvPr>
          <p:cNvSpPr txBox="1"/>
          <p:nvPr/>
        </p:nvSpPr>
        <p:spPr>
          <a:xfrm>
            <a:off x="1935218" y="1238507"/>
            <a:ext cx="1050654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np.random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F38A6D-E124-2BA0-686D-AF749E9BC794}"/>
              </a:ext>
            </a:extLst>
          </p:cNvPr>
          <p:cNvSpPr txBox="1"/>
          <p:nvPr/>
        </p:nvSpPr>
        <p:spPr>
          <a:xfrm>
            <a:off x="3046308" y="1238507"/>
            <a:ext cx="1050654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math.comb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83B5C1-D1A3-7297-FD41-1B0DF46C2A57}"/>
              </a:ext>
            </a:extLst>
          </p:cNvPr>
          <p:cNvSpPr txBox="1"/>
          <p:nvPr/>
        </p:nvSpPr>
        <p:spPr>
          <a:xfrm>
            <a:off x="4157398" y="1236280"/>
            <a:ext cx="1757269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976DAB-B3BE-9049-367F-416AB9F55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263" y="3021505"/>
            <a:ext cx="5069953" cy="27976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88B2DBC-03EB-E3FB-2E43-3C3C16BF3C59}"/>
              </a:ext>
            </a:extLst>
          </p:cNvPr>
          <p:cNvSpPr txBox="1"/>
          <p:nvPr/>
        </p:nvSpPr>
        <p:spPr>
          <a:xfrm>
            <a:off x="619308" y="1840930"/>
            <a:ext cx="3559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Find overall 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BE01DC-38CE-8433-FFEF-2F4B2BED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0" y="2190658"/>
            <a:ext cx="2221440" cy="323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EB1945-866B-3EE5-6B6A-FA334D228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0" y="2972093"/>
            <a:ext cx="2907353" cy="317610"/>
          </a:xfrm>
          <a:prstGeom prst="rect">
            <a:avLst/>
          </a:prstGeom>
        </p:spPr>
      </p:pic>
      <p:pic>
        <p:nvPicPr>
          <p:cNvPr id="14" name="Picture 13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A4A2009B-CDEE-E008-4659-994CB170C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90" y="3844099"/>
            <a:ext cx="4801316" cy="830997"/>
          </a:xfrm>
          <a:prstGeom prst="rect">
            <a:avLst/>
          </a:prstGeom>
        </p:spPr>
      </p:pic>
      <p:pic>
        <p:nvPicPr>
          <p:cNvPr id="19" name="Picture 18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9521F2F7-94C2-FE6D-66D3-C87FDB23E8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790" y="5158415"/>
            <a:ext cx="4817006" cy="11127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C60C16E-2B72-E486-AE4F-A9604D76E26C}"/>
              </a:ext>
            </a:extLst>
          </p:cNvPr>
          <p:cNvSpPr txBox="1"/>
          <p:nvPr/>
        </p:nvSpPr>
        <p:spPr>
          <a:xfrm>
            <a:off x="5975103" y="1236280"/>
            <a:ext cx="804613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pandas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47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26" grpId="0" animBg="1"/>
      <p:bldP spid="28" grpId="0" animBg="1"/>
      <p:bldP spid="29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B939-9E61-7D0F-AB1F-1D276B0E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A382A-949D-5003-C139-2127BCED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AF07E-6855-8D5B-5845-730FDAC9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72156-30D4-800D-C9FF-E88107832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13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831CB64-5CBB-A986-2CBF-AFFE1D38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Poisson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DB8A3D-2F9A-4BCF-8D8D-3C11C04CF99F}"/>
                  </a:ext>
                </a:extLst>
              </p:cNvPr>
              <p:cNvSpPr txBox="1"/>
              <p:nvPr/>
            </p:nvSpPr>
            <p:spPr>
              <a:xfrm>
                <a:off x="990611" y="1140116"/>
                <a:ext cx="8991589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Probability of observing </a:t>
                </a:r>
                <a:r>
                  <a:rPr lang="en-US" sz="2000" i="1" dirty="0"/>
                  <a:t>k </a:t>
                </a:r>
                <a:r>
                  <a:rPr lang="en-US" sz="2000" b="1" dirty="0"/>
                  <a:t>rare</a:t>
                </a:r>
                <a:r>
                  <a:rPr lang="en-US" sz="2000" dirty="0"/>
                  <a:t> events in a fixed interval of time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, provided that:</a:t>
                </a:r>
              </a:p>
              <a:p>
                <a:pPr lvl="1"/>
                <a:r>
                  <a:rPr lang="en-US" sz="2000" dirty="0"/>
                  <a:t>- known </a:t>
                </a:r>
                <a:r>
                  <a:rPr lang="en-US" sz="2000" b="1" dirty="0"/>
                  <a:t>mean rate, </a:t>
                </a:r>
                <a:r>
                  <a:rPr lang="en-US" sz="2000" b="1" i="1" dirty="0"/>
                  <a:t>r</a:t>
                </a:r>
              </a:p>
              <a:p>
                <a:pPr lvl="1"/>
                <a:r>
                  <a:rPr lang="en-US" sz="2000" dirty="0"/>
                  <a:t>- events are </a:t>
                </a:r>
                <a:r>
                  <a:rPr lang="en-US" sz="2000" b="1" dirty="0"/>
                  <a:t>random</a:t>
                </a:r>
              </a:p>
              <a:p>
                <a:pPr lvl="1"/>
                <a:r>
                  <a:rPr lang="en-US" sz="2000" dirty="0"/>
                  <a:t>- events are </a:t>
                </a:r>
                <a:r>
                  <a:rPr lang="en-US" sz="2000" b="1" dirty="0"/>
                  <a:t>independent</a:t>
                </a:r>
                <a:r>
                  <a:rPr lang="en-US" sz="2000" dirty="0"/>
                  <a:t> of each other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DB8A3D-2F9A-4BCF-8D8D-3C11C04CF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11" y="1140116"/>
                <a:ext cx="8991589" cy="1631216"/>
              </a:xfrm>
              <a:prstGeom prst="rect">
                <a:avLst/>
              </a:prstGeom>
              <a:blipFill>
                <a:blip r:embed="rId5"/>
                <a:stretch>
                  <a:fillRect l="-705" t="-769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84F67AE-A2F1-C36F-2DB9-09202CD43679}"/>
              </a:ext>
            </a:extLst>
          </p:cNvPr>
          <p:cNvSpPr txBox="1"/>
          <p:nvPr/>
        </p:nvSpPr>
        <p:spPr>
          <a:xfrm>
            <a:off x="1455074" y="2895559"/>
            <a:ext cx="2788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mean # of events in fixed time interval </a:t>
            </a:r>
          </a:p>
        </p:txBody>
      </p:sp>
      <p:pic>
        <p:nvPicPr>
          <p:cNvPr id="12" name="Picture 11" descr="A black math symbol with a white background&#10;&#10;AI-generated content may be incorrect.">
            <a:extLst>
              <a:ext uri="{FF2B5EF4-FFF2-40B4-BE49-F238E27FC236}">
                <a16:creationId xmlns:a16="http://schemas.microsoft.com/office/drawing/2014/main" id="{91EE5F51-A9B3-DD45-1878-19C4AFEE3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2759" y="2895559"/>
            <a:ext cx="1199037" cy="390048"/>
          </a:xfrm>
          <a:prstGeom prst="rect">
            <a:avLst/>
          </a:prstGeom>
        </p:spPr>
      </p:pic>
      <p:pic>
        <p:nvPicPr>
          <p:cNvPr id="15" name="Picture 1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7E5EF53-8604-5B12-9581-C001AAF759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26" y="3621728"/>
            <a:ext cx="5374247" cy="9222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9BA782-7A74-1058-FE08-5DA2E0FEFADD}"/>
              </a:ext>
            </a:extLst>
          </p:cNvPr>
          <p:cNvSpPr txBox="1"/>
          <p:nvPr/>
        </p:nvSpPr>
        <p:spPr>
          <a:xfrm>
            <a:off x="421821" y="4880057"/>
            <a:ext cx="66974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Examples: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Spontaneous mutation in DNA sequence in a given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Radioactive decay</a:t>
            </a:r>
          </a:p>
        </p:txBody>
      </p:sp>
      <p:pic>
        <p:nvPicPr>
          <p:cNvPr id="2" name="poisson_slider.mp4">
            <a:hlinkClick r:id="" action="ppaction://media"/>
            <a:extLst>
              <a:ext uri="{FF2B5EF4-FFF2-40B4-BE49-F238E27FC236}">
                <a16:creationId xmlns:a16="http://schemas.microsoft.com/office/drawing/2014/main" id="{3DDD0EDC-EDCD-6BEB-2D12-014D80437F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4897" t="4791" r="6875"/>
          <a:stretch>
            <a:fillRect/>
          </a:stretch>
        </p:blipFill>
        <p:spPr>
          <a:xfrm>
            <a:off x="6495029" y="2292647"/>
            <a:ext cx="5552049" cy="299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4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9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163AC-E90B-0962-9CC8-8EF9B02E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BF4A5-6C07-4739-A229-175C1B14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25/03/26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086CA-0EC2-F360-A9D2-5A7F554F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4495A-F724-97F4-9460-163BE823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DA37A7D-9EDB-A7DE-3174-0A92AB61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Poisson distribution</a:t>
            </a:r>
          </a:p>
        </p:txBody>
      </p:sp>
      <p:pic>
        <p:nvPicPr>
          <p:cNvPr id="8" name="Picture 7" descr="A close-up of a nutrition label&#10;&#10;AI-generated content may be incorrect.">
            <a:extLst>
              <a:ext uri="{FF2B5EF4-FFF2-40B4-BE49-F238E27FC236}">
                <a16:creationId xmlns:a16="http://schemas.microsoft.com/office/drawing/2014/main" id="{317A898D-952F-E335-DB13-7B637C91D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7259"/>
            <a:ext cx="5136120" cy="9995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12A40E-793C-4594-CD8C-5944CCF1F50F}"/>
              </a:ext>
            </a:extLst>
          </p:cNvPr>
          <p:cNvSpPr txBox="1"/>
          <p:nvPr/>
        </p:nvSpPr>
        <p:spPr>
          <a:xfrm>
            <a:off x="1004495" y="3593992"/>
            <a:ext cx="5214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Oral health – dentition?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3B7E8-04D4-F9AB-58E0-BD29A67CCF2B}"/>
              </a:ext>
            </a:extLst>
          </p:cNvPr>
          <p:cNvSpPr txBox="1"/>
          <p:nvPr/>
        </p:nvSpPr>
        <p:spPr>
          <a:xfrm>
            <a:off x="847613" y="4190340"/>
            <a:ext cx="3190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Average number of carious teeth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73AA01-9BD2-E495-56DC-3BC4F8ADE12B}"/>
              </a:ext>
            </a:extLst>
          </p:cNvPr>
          <p:cNvSpPr txBox="1"/>
          <p:nvPr/>
        </p:nvSpPr>
        <p:spPr>
          <a:xfrm>
            <a:off x="3938239" y="4328839"/>
            <a:ext cx="105995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l-GR" dirty="0"/>
              <a:t>λ</a:t>
            </a:r>
            <a:r>
              <a:rPr lang="en-GB" sz="1400" b="0" i="0" dirty="0">
                <a:effectLst/>
                <a:latin typeface="Menlo" panose="020B0609030804020204" pitchFamily="49" charset="0"/>
              </a:rPr>
              <a:t> = 0.43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0F92E-A495-54BA-D517-3622E1B62E0C}"/>
              </a:ext>
            </a:extLst>
          </p:cNvPr>
          <p:cNvSpPr txBox="1"/>
          <p:nvPr/>
        </p:nvSpPr>
        <p:spPr>
          <a:xfrm>
            <a:off x="396018" y="1184742"/>
            <a:ext cx="3970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Case study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CE8CE-16CE-600A-E1E9-1E005F7F4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716" y="2197259"/>
            <a:ext cx="4649986" cy="3302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4C0563-30C1-34CE-523B-DFC361EE606B}"/>
              </a:ext>
            </a:extLst>
          </p:cNvPr>
          <p:cNvSpPr txBox="1"/>
          <p:nvPr/>
        </p:nvSpPr>
        <p:spPr>
          <a:xfrm>
            <a:off x="8153400" y="1719174"/>
            <a:ext cx="2837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# active/untreated caries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61B43B-FEBD-0CA8-2606-80C0940D1CA6}"/>
              </a:ext>
            </a:extLst>
          </p:cNvPr>
          <p:cNvCxnSpPr>
            <a:cxnSpLocks/>
          </p:cNvCxnSpPr>
          <p:nvPr/>
        </p:nvCxnSpPr>
        <p:spPr>
          <a:xfrm>
            <a:off x="6053851" y="2442044"/>
            <a:ext cx="9308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017882-A730-2C16-5948-83A98C9B9F2B}"/>
              </a:ext>
            </a:extLst>
          </p:cNvPr>
          <p:cNvSpPr txBox="1"/>
          <p:nvPr/>
        </p:nvSpPr>
        <p:spPr>
          <a:xfrm>
            <a:off x="838143" y="5370432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Not really a Poisson – limited # of teeth, different people have different </a:t>
            </a:r>
            <a:r>
              <a:rPr lang="el-GR" b="1" dirty="0"/>
              <a:t>λ</a:t>
            </a:r>
            <a:r>
              <a:rPr lang="es-ES" b="1" baseline="-25000" dirty="0"/>
              <a:t>i </a:t>
            </a:r>
            <a:r>
              <a:rPr lang="es-ES" b="1" dirty="0"/>
              <a:t>(</a:t>
            </a:r>
            <a:r>
              <a:rPr lang="es-ES" b="1" dirty="0" err="1"/>
              <a:t>not</a:t>
            </a:r>
            <a:r>
              <a:rPr lang="es-ES" b="1" dirty="0"/>
              <a:t> </a:t>
            </a:r>
            <a:r>
              <a:rPr lang="es-ES" b="1" dirty="0" err="1"/>
              <a:t>really</a:t>
            </a:r>
            <a:r>
              <a:rPr lang="es-ES" b="1" dirty="0"/>
              <a:t> </a:t>
            </a:r>
            <a:r>
              <a:rPr lang="es-ES" b="1" dirty="0" err="1"/>
              <a:t>measuring</a:t>
            </a:r>
            <a:r>
              <a:rPr lang="es-ES" b="1" dirty="0"/>
              <a:t> </a:t>
            </a:r>
            <a:r>
              <a:rPr lang="es-ES" b="1" dirty="0" err="1"/>
              <a:t>an</a:t>
            </a:r>
            <a:r>
              <a:rPr lang="es-ES" b="1" dirty="0"/>
              <a:t> </a:t>
            </a:r>
            <a:r>
              <a:rPr lang="es-ES" b="1" dirty="0" err="1"/>
              <a:t>external</a:t>
            </a:r>
            <a:r>
              <a:rPr lang="es-ES" b="1" dirty="0"/>
              <a:t> </a:t>
            </a:r>
            <a:r>
              <a:rPr lang="es-ES" b="1" dirty="0" err="1"/>
              <a:t>event</a:t>
            </a:r>
            <a:r>
              <a:rPr lang="es-ES" b="1" dirty="0"/>
              <a:t>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74729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8" grpId="0" animBg="1"/>
      <p:bldP spid="9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5F1A-6119-54F8-7A7B-52FDEE29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17ACA-9330-60B3-F182-57E68F1B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A485D-1277-D766-2A74-6D468F75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780C-4BA7-161A-2562-CF96C7A1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15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1603EE-19AA-836B-130D-1BC6C4BE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Poisson distribution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BDB9A4-A69F-CE8A-E046-AA6E534BBFC0}"/>
              </a:ext>
            </a:extLst>
          </p:cNvPr>
          <p:cNvSpPr txBox="1"/>
          <p:nvPr/>
        </p:nvSpPr>
        <p:spPr>
          <a:xfrm>
            <a:off x="396019" y="1184742"/>
            <a:ext cx="14806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Case study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6AC1D-C398-D7CA-842C-DEDB7F5F4735}"/>
              </a:ext>
            </a:extLst>
          </p:cNvPr>
          <p:cNvSpPr txBox="1"/>
          <p:nvPr/>
        </p:nvSpPr>
        <p:spPr>
          <a:xfrm>
            <a:off x="751007" y="2635313"/>
            <a:ext cx="3559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Construct </a:t>
            </a:r>
            <a:r>
              <a:rPr lang="en-US" dirty="0" err="1"/>
              <a:t>pmf</a:t>
            </a:r>
            <a:r>
              <a:rPr lang="en-US" dirty="0"/>
              <a:t> from </a:t>
            </a:r>
            <a:r>
              <a:rPr lang="el-GR" dirty="0"/>
              <a:t>λ</a:t>
            </a:r>
            <a:r>
              <a:rPr lang="en-US" dirty="0"/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56FD15-E031-8A02-FA5C-66D0BD1B7217}"/>
              </a:ext>
            </a:extLst>
          </p:cNvPr>
          <p:cNvSpPr txBox="1"/>
          <p:nvPr/>
        </p:nvSpPr>
        <p:spPr>
          <a:xfrm>
            <a:off x="1998246" y="1238908"/>
            <a:ext cx="1480622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math.factorial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F17A88-2990-8A91-A152-538511B3EFE4}"/>
              </a:ext>
            </a:extLst>
          </p:cNvPr>
          <p:cNvSpPr txBox="1"/>
          <p:nvPr/>
        </p:nvSpPr>
        <p:spPr>
          <a:xfrm>
            <a:off x="3722077" y="1242310"/>
            <a:ext cx="1757269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endParaRPr lang="en-US" sz="1200" dirty="0"/>
          </a:p>
        </p:txBody>
      </p:sp>
      <p:pic>
        <p:nvPicPr>
          <p:cNvPr id="12" name="Picture 11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BD8AFAD1-AE1D-1CC3-119D-03F1A35F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07" y="3093045"/>
            <a:ext cx="3755736" cy="16827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56F3E6-1802-F611-150B-2D0B59C9E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716" y="2197259"/>
            <a:ext cx="4649986" cy="33021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67EB27-DEC7-978A-D0F0-3083823C6310}"/>
              </a:ext>
            </a:extLst>
          </p:cNvPr>
          <p:cNvSpPr txBox="1"/>
          <p:nvPr/>
        </p:nvSpPr>
        <p:spPr>
          <a:xfrm>
            <a:off x="8153400" y="1719174"/>
            <a:ext cx="28371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# active/untreated caries </a:t>
            </a:r>
          </a:p>
        </p:txBody>
      </p:sp>
    </p:spTree>
    <p:extLst>
      <p:ext uri="{BB962C8B-B14F-4D97-AF65-F5344CB8AC3E}">
        <p14:creationId xmlns:p14="http://schemas.microsoft.com/office/powerpoint/2010/main" val="386071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AB6C3-BA45-7ABB-ED33-55A5AE67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570D4-C004-1157-AB02-29931B66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68899-1151-B025-E505-1F73164E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36C7-74FF-225E-9B53-93F33F57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D3C6D0D-2BED-D91E-9A39-E9DF3AE6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Uniform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1D9BF-C29E-2AEC-042E-891B8873E7ED}"/>
              </a:ext>
            </a:extLst>
          </p:cNvPr>
          <p:cNvSpPr txBox="1"/>
          <p:nvPr/>
        </p:nvSpPr>
        <p:spPr>
          <a:xfrm>
            <a:off x="990611" y="1140116"/>
            <a:ext cx="8991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/>
              <a:t>Constant</a:t>
            </a:r>
            <a:r>
              <a:rPr lang="es-ES" sz="2000" dirty="0"/>
              <a:t> </a:t>
            </a:r>
            <a:r>
              <a:rPr lang="es-ES" sz="2000" dirty="0" err="1"/>
              <a:t>probability</a:t>
            </a:r>
            <a:r>
              <a:rPr lang="es-ES" sz="2000" dirty="0"/>
              <a:t> </a:t>
            </a:r>
            <a:r>
              <a:rPr lang="es-ES" sz="2000" dirty="0" err="1"/>
              <a:t>density</a:t>
            </a:r>
            <a:r>
              <a:rPr lang="es-ES" sz="2000" dirty="0"/>
              <a:t> in a </a:t>
            </a:r>
            <a:r>
              <a:rPr lang="es-ES" sz="2000" dirty="0" err="1"/>
              <a:t>given</a:t>
            </a:r>
            <a:r>
              <a:rPr lang="es-ES" sz="2000" dirty="0"/>
              <a:t> </a:t>
            </a:r>
            <a:r>
              <a:rPr lang="es-ES" sz="2000" dirty="0" err="1"/>
              <a:t>range</a:t>
            </a:r>
            <a:endParaRPr lang="en-US" sz="2000" dirty="0"/>
          </a:p>
        </p:txBody>
      </p:sp>
      <p:pic>
        <p:nvPicPr>
          <p:cNvPr id="3" name="Picture 2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185ECD2E-27BB-2A7C-9CA7-FDD733207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693" y="2027247"/>
            <a:ext cx="2818493" cy="12567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CA8718-DCA5-922E-019F-FE0D7F906229}"/>
              </a:ext>
            </a:extLst>
          </p:cNvPr>
          <p:cNvSpPr txBox="1"/>
          <p:nvPr/>
        </p:nvSpPr>
        <p:spPr>
          <a:xfrm>
            <a:off x="990611" y="4702221"/>
            <a:ext cx="34534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Examples: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Phase of a 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Particle position in a box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81B25F-490C-D7EC-F422-ECE907D38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405" y="1967878"/>
            <a:ext cx="4194098" cy="33381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EBE2C6-152A-088B-36D9-ACA343424C13}"/>
              </a:ext>
            </a:extLst>
          </p:cNvPr>
          <p:cNvSpPr txBox="1"/>
          <p:nvPr/>
        </p:nvSpPr>
        <p:spPr>
          <a:xfrm>
            <a:off x="7726062" y="1170894"/>
            <a:ext cx="321921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x </a:t>
            </a:r>
            <a:r>
              <a:rPr lang="en-US" sz="1800" b="1" dirty="0"/>
              <a:t>position of particle in a box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2CFA01F-E233-C2C8-66FB-798C811C1E15}"/>
                  </a:ext>
                </a:extLst>
              </p:cNvPr>
              <p:cNvSpPr txBox="1"/>
              <p:nvPr/>
            </p:nvSpPr>
            <p:spPr>
              <a:xfrm>
                <a:off x="2416795" y="3823380"/>
                <a:ext cx="3976923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</m:t>
                          </m:r>
                        </m:sup>
                        <m:e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1−0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2CFA01F-E233-C2C8-66FB-798C811C1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795" y="3823380"/>
                <a:ext cx="3976923" cy="622799"/>
              </a:xfrm>
              <a:prstGeom prst="rect">
                <a:avLst/>
              </a:prstGeom>
              <a:blipFill>
                <a:blip r:embed="rId6"/>
                <a:stretch>
                  <a:fillRect l="-955" t="-180000" r="-955" b="-27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46EE77-5344-C298-1C89-AA2EC7AA7B12}"/>
              </a:ext>
            </a:extLst>
          </p:cNvPr>
          <p:cNvCxnSpPr>
            <a:cxnSpLocks/>
          </p:cNvCxnSpPr>
          <p:nvPr/>
        </p:nvCxnSpPr>
        <p:spPr>
          <a:xfrm flipV="1">
            <a:off x="8202827" y="1961584"/>
            <a:ext cx="0" cy="529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9CD5C2-436E-E9E9-3BC5-4A85346E451C}"/>
              </a:ext>
            </a:extLst>
          </p:cNvPr>
          <p:cNvCxnSpPr>
            <a:cxnSpLocks/>
          </p:cNvCxnSpPr>
          <p:nvPr/>
        </p:nvCxnSpPr>
        <p:spPr>
          <a:xfrm flipV="1">
            <a:off x="10616987" y="1961584"/>
            <a:ext cx="0" cy="529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64E04E-5C12-959B-83F2-B5D68FE06802}"/>
                  </a:ext>
                </a:extLst>
              </p:cNvPr>
              <p:cNvSpPr txBox="1"/>
              <p:nvPr/>
            </p:nvSpPr>
            <p:spPr>
              <a:xfrm>
                <a:off x="7726062" y="1643960"/>
                <a:ext cx="9535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64E04E-5C12-959B-83F2-B5D68FE06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062" y="1643960"/>
                <a:ext cx="9535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A5094B-3286-C6D7-91B5-853B4C1E0F6D}"/>
                  </a:ext>
                </a:extLst>
              </p:cNvPr>
              <p:cNvSpPr txBox="1"/>
              <p:nvPr/>
            </p:nvSpPr>
            <p:spPr>
              <a:xfrm>
                <a:off x="10140222" y="1619850"/>
                <a:ext cx="9535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A5094B-3286-C6D7-91B5-853B4C1E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0222" y="1619850"/>
                <a:ext cx="9535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C376968-CFFE-5EAE-86D9-18AC257FD72C}"/>
              </a:ext>
            </a:extLst>
          </p:cNvPr>
          <p:cNvSpPr/>
          <p:nvPr/>
        </p:nvSpPr>
        <p:spPr>
          <a:xfrm>
            <a:off x="8702893" y="2515068"/>
            <a:ext cx="445932" cy="19284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3F4403-D65A-5A27-FA30-DB72C0DD59ED}"/>
              </a:ext>
            </a:extLst>
          </p:cNvPr>
          <p:cNvCxnSpPr>
            <a:cxnSpLocks/>
          </p:cNvCxnSpPr>
          <p:nvPr/>
        </p:nvCxnSpPr>
        <p:spPr>
          <a:xfrm flipH="1">
            <a:off x="6610865" y="4134780"/>
            <a:ext cx="21811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63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 animBg="1"/>
      <p:bldP spid="23" grpId="0"/>
      <p:bldP spid="28" grpId="0"/>
      <p:bldP spid="29" grpId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1FD36-001A-31F6-0949-958D50F9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2D3C3-C44E-4794-AA0C-2D8535D4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4D500-8DD2-EAAC-A3FE-2049D455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59D95-C049-D88C-3339-31F5D716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17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8E23A19-172B-727F-0323-0FF17693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Gaussian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4BD86-C654-8D77-8B29-C77C0E343D69}"/>
              </a:ext>
            </a:extLst>
          </p:cNvPr>
          <p:cNvSpPr txBox="1"/>
          <p:nvPr/>
        </p:nvSpPr>
        <p:spPr>
          <a:xfrm>
            <a:off x="990611" y="1449441"/>
            <a:ext cx="9908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Continuous variables that result from many small independent random influences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2590C-6D0E-E27A-7B26-B1BAB965B040}"/>
              </a:ext>
            </a:extLst>
          </p:cNvPr>
          <p:cNvSpPr txBox="1"/>
          <p:nvPr/>
        </p:nvSpPr>
        <p:spPr>
          <a:xfrm>
            <a:off x="990611" y="1953281"/>
            <a:ext cx="38655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Examples: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Thermal velocity of particles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Height, weight, feet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Measurement errors </a:t>
            </a:r>
          </a:p>
        </p:txBody>
      </p:sp>
      <p:pic>
        <p:nvPicPr>
          <p:cNvPr id="8" name="Picture 7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3B7D7522-D483-685F-3996-FDBC1CB46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11" y="3825187"/>
            <a:ext cx="3878513" cy="1047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E1B186-E989-6033-E0F6-A8BD1798A0E7}"/>
              </a:ext>
            </a:extLst>
          </p:cNvPr>
          <p:cNvSpPr txBox="1"/>
          <p:nvPr/>
        </p:nvSpPr>
        <p:spPr>
          <a:xfrm>
            <a:off x="1089465" y="5067461"/>
            <a:ext cx="60980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i="1" dirty="0"/>
              <a:t>μ</a:t>
            </a:r>
            <a:r>
              <a:rPr lang="es-ES" sz="2000" i="1" dirty="0"/>
              <a:t> = </a:t>
            </a:r>
            <a:r>
              <a:rPr lang="es-ES" sz="2000" dirty="0" err="1"/>
              <a:t>population</a:t>
            </a:r>
            <a:r>
              <a:rPr lang="es-ES" sz="2000" dirty="0"/>
              <a:t> mean</a:t>
            </a:r>
          </a:p>
          <a:p>
            <a:r>
              <a:rPr lang="el-GR" sz="2000" i="1" dirty="0"/>
              <a:t>σ</a:t>
            </a:r>
            <a:r>
              <a:rPr lang="es-ES" sz="2000" i="1" dirty="0"/>
              <a:t> =</a:t>
            </a:r>
            <a:r>
              <a:rPr lang="es-ES" sz="2000" dirty="0"/>
              <a:t> </a:t>
            </a:r>
            <a:r>
              <a:rPr lang="es-ES" sz="2000" dirty="0" err="1"/>
              <a:t>population</a:t>
            </a:r>
            <a:r>
              <a:rPr lang="es-ES" sz="2000" dirty="0"/>
              <a:t> </a:t>
            </a:r>
            <a:r>
              <a:rPr lang="es-ES" sz="2000" dirty="0" err="1"/>
              <a:t>variance</a:t>
            </a:r>
            <a:endParaRPr lang="es-ES" sz="2000" dirty="0"/>
          </a:p>
        </p:txBody>
      </p:sp>
      <p:pic>
        <p:nvPicPr>
          <p:cNvPr id="14" name="gaussian_varying_mu.mp4">
            <a:hlinkClick r:id="" action="ppaction://media"/>
            <a:extLst>
              <a:ext uri="{FF2B5EF4-FFF2-40B4-BE49-F238E27FC236}">
                <a16:creationId xmlns:a16="http://schemas.microsoft.com/office/drawing/2014/main" id="{1A559668-7631-75D3-E0B1-714249B8477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942577" y="2076389"/>
            <a:ext cx="6098058" cy="1829417"/>
          </a:xfrm>
          <a:prstGeom prst="rect">
            <a:avLst/>
          </a:prstGeom>
        </p:spPr>
      </p:pic>
      <p:pic>
        <p:nvPicPr>
          <p:cNvPr id="15" name="gaussian_varying_sigma.mp4">
            <a:hlinkClick r:id="" action="ppaction://media"/>
            <a:extLst>
              <a:ext uri="{FF2B5EF4-FFF2-40B4-BE49-F238E27FC236}">
                <a16:creationId xmlns:a16="http://schemas.microsoft.com/office/drawing/2014/main" id="{5CF214B3-F0F5-34EB-FA4E-834F3E80968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942577" y="4006987"/>
            <a:ext cx="6098058" cy="182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8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29F8D-1582-15F0-251B-824D75F5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69162-8E29-1688-A83E-3EEA5FBF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25/03/26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CD852-33A9-6E77-A834-A1E9BA5D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3B782-41E6-6D6E-153F-09C2BDD8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18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3E50A9-B39B-62F2-EBC1-3E870CC98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Gaussian distribution</a:t>
            </a:r>
          </a:p>
        </p:txBody>
      </p:sp>
      <p:pic>
        <p:nvPicPr>
          <p:cNvPr id="8" name="Picture 7" descr="A close-up of a nutrition label&#10;&#10;AI-generated content may be incorrect.">
            <a:extLst>
              <a:ext uri="{FF2B5EF4-FFF2-40B4-BE49-F238E27FC236}">
                <a16:creationId xmlns:a16="http://schemas.microsoft.com/office/drawing/2014/main" id="{08657ED3-6C31-0B62-A24A-A9ECC397E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7259"/>
            <a:ext cx="5136120" cy="9995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01DD49-ED87-0070-758A-DB74EFB3291E}"/>
              </a:ext>
            </a:extLst>
          </p:cNvPr>
          <p:cNvSpPr txBox="1"/>
          <p:nvPr/>
        </p:nvSpPr>
        <p:spPr>
          <a:xfrm>
            <a:off x="1004495" y="3593992"/>
            <a:ext cx="5214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Body measures</a:t>
            </a:r>
            <a:endParaRPr lang="en-US" sz="1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7A4EF7-18E6-87EC-B004-0A4CC34EB1CE}"/>
              </a:ext>
            </a:extLst>
          </p:cNvPr>
          <p:cNvSpPr txBox="1"/>
          <p:nvPr/>
        </p:nvSpPr>
        <p:spPr>
          <a:xfrm>
            <a:off x="396018" y="1184742"/>
            <a:ext cx="3970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Case study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466437-8F60-CFB1-95EA-1A4F7C9C2108}"/>
              </a:ext>
            </a:extLst>
          </p:cNvPr>
          <p:cNvCxnSpPr>
            <a:cxnSpLocks/>
          </p:cNvCxnSpPr>
          <p:nvPr/>
        </p:nvCxnSpPr>
        <p:spPr>
          <a:xfrm>
            <a:off x="6053851" y="2442044"/>
            <a:ext cx="9308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30DFDC-ED37-D402-20F7-AD233E4856F1}"/>
              </a:ext>
            </a:extLst>
          </p:cNvPr>
          <p:cNvSpPr txBox="1"/>
          <p:nvPr/>
        </p:nvSpPr>
        <p:spPr>
          <a:xfrm>
            <a:off x="8808308" y="1461385"/>
            <a:ext cx="207799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Adult men height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F38F18-9441-3490-E242-418E35519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534" y="1984174"/>
            <a:ext cx="4408330" cy="243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3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41A0-9961-B6F9-61A1-FBE2F362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84F90-7F7D-F206-82F5-BF9D43ED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0879A-9C4E-6DF7-8F97-4B46B4D7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0590F-4735-9EC2-AE6C-651937EB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19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DF19004-C8B2-6CA4-3A23-287D78E2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Gaussian distribution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F4D5E9-FF7E-49B4-F320-7E7AD9079D7A}"/>
              </a:ext>
            </a:extLst>
          </p:cNvPr>
          <p:cNvSpPr txBox="1"/>
          <p:nvPr/>
        </p:nvSpPr>
        <p:spPr>
          <a:xfrm>
            <a:off x="396019" y="1184742"/>
            <a:ext cx="14806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Case study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1FCFCC-A8F0-D43B-8DC1-A660473A2CE7}"/>
              </a:ext>
            </a:extLst>
          </p:cNvPr>
          <p:cNvSpPr txBox="1"/>
          <p:nvPr/>
        </p:nvSpPr>
        <p:spPr>
          <a:xfrm>
            <a:off x="619308" y="1830717"/>
            <a:ext cx="341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1. </a:t>
            </a:r>
            <a:r>
              <a:rPr lang="es-ES" sz="1800" dirty="0" err="1"/>
              <a:t>Find</a:t>
            </a:r>
            <a:r>
              <a:rPr lang="es-ES" sz="1800" dirty="0"/>
              <a:t> </a:t>
            </a:r>
            <a:r>
              <a:rPr lang="el-GR" i="1" dirty="0"/>
              <a:t>μ</a:t>
            </a:r>
            <a:r>
              <a:rPr lang="es-ES" i="1" dirty="0"/>
              <a:t> </a:t>
            </a:r>
            <a:r>
              <a:rPr lang="es-ES" dirty="0"/>
              <a:t>and </a:t>
            </a:r>
            <a:r>
              <a:rPr lang="el-GR" i="1" dirty="0"/>
              <a:t>σ</a:t>
            </a:r>
            <a:r>
              <a:rPr lang="es-ES" dirty="0"/>
              <a:t> 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1CEE-16B6-CE13-1A30-9BE14AB5F22E}"/>
              </a:ext>
            </a:extLst>
          </p:cNvPr>
          <p:cNvSpPr txBox="1"/>
          <p:nvPr/>
        </p:nvSpPr>
        <p:spPr>
          <a:xfrm>
            <a:off x="619308" y="4097027"/>
            <a:ext cx="3559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</a:t>
            </a:r>
            <a:r>
              <a:rPr lang="es-ES" dirty="0" err="1"/>
              <a:t>Plot</a:t>
            </a:r>
            <a:r>
              <a:rPr lang="es-ES" dirty="0"/>
              <a:t> </a:t>
            </a:r>
            <a:r>
              <a:rPr lang="es-ES" dirty="0" err="1"/>
              <a:t>corresponding</a:t>
            </a:r>
            <a:r>
              <a:rPr lang="es-ES" dirty="0"/>
              <a:t> Gaussian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B8CC9-07F4-0500-B3EB-9A215E691224}"/>
              </a:ext>
            </a:extLst>
          </p:cNvPr>
          <p:cNvSpPr txBox="1"/>
          <p:nvPr/>
        </p:nvSpPr>
        <p:spPr>
          <a:xfrm>
            <a:off x="2018261" y="1249992"/>
            <a:ext cx="617363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963B84-3364-12CB-59C2-B7C73CA6F5C2}"/>
              </a:ext>
            </a:extLst>
          </p:cNvPr>
          <p:cNvSpPr txBox="1"/>
          <p:nvPr/>
        </p:nvSpPr>
        <p:spPr>
          <a:xfrm>
            <a:off x="2855326" y="1254443"/>
            <a:ext cx="1757269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F48218-6F4A-FB35-58DC-B7F69A7C6848}"/>
              </a:ext>
            </a:extLst>
          </p:cNvPr>
          <p:cNvSpPr txBox="1"/>
          <p:nvPr/>
        </p:nvSpPr>
        <p:spPr>
          <a:xfrm>
            <a:off x="619308" y="2872555"/>
            <a:ext cx="4438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  <a:r>
              <a:rPr lang="en-US" sz="1800" dirty="0"/>
              <a:t>. </a:t>
            </a:r>
            <a:r>
              <a:rPr lang="es-ES" sz="1800" dirty="0" err="1"/>
              <a:t>Plot</a:t>
            </a:r>
            <a:r>
              <a:rPr lang="es-ES" sz="1800" dirty="0"/>
              <a:t> </a:t>
            </a:r>
            <a:r>
              <a:rPr lang="es-ES" sz="1800" dirty="0" err="1"/>
              <a:t>binned</a:t>
            </a:r>
            <a:r>
              <a:rPr lang="es-ES" sz="1800" dirty="0"/>
              <a:t> data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83267-C66E-EAE3-A938-39473CCA2EB5}"/>
              </a:ext>
            </a:extLst>
          </p:cNvPr>
          <p:cNvSpPr txBox="1"/>
          <p:nvPr/>
        </p:nvSpPr>
        <p:spPr>
          <a:xfrm>
            <a:off x="8808308" y="1461385"/>
            <a:ext cx="207799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Adult men height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D7B379-BC0B-9397-2B87-CB21437EE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534" y="1984174"/>
            <a:ext cx="4408330" cy="24325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429F67-EE8E-8199-EB23-88DE7E39D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12" y="2223631"/>
            <a:ext cx="2400658" cy="461665"/>
          </a:xfrm>
          <a:prstGeom prst="rect">
            <a:avLst/>
          </a:prstGeom>
        </p:spPr>
      </p:pic>
      <p:pic>
        <p:nvPicPr>
          <p:cNvPr id="16" name="Picture 15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CF99548E-E5C6-95D6-E6E0-CD80119B3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34" y="3289170"/>
            <a:ext cx="4423576" cy="682243"/>
          </a:xfrm>
          <a:prstGeom prst="rect">
            <a:avLst/>
          </a:prstGeom>
        </p:spPr>
      </p:pic>
      <p:pic>
        <p:nvPicPr>
          <p:cNvPr id="19" name="Picture 18" descr="A computer code with text on it&#10;&#10;AI-generated content may be incorrect.">
            <a:extLst>
              <a:ext uri="{FF2B5EF4-FFF2-40B4-BE49-F238E27FC236}">
                <a16:creationId xmlns:a16="http://schemas.microsoft.com/office/drawing/2014/main" id="{5F0A9979-21B0-D0E4-FC76-3AE8BFA46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12" y="4453194"/>
            <a:ext cx="6941868" cy="18169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65FB7A2-F1FC-72A0-79F2-7FF36F296956}"/>
              </a:ext>
            </a:extLst>
          </p:cNvPr>
          <p:cNvSpPr txBox="1"/>
          <p:nvPr/>
        </p:nvSpPr>
        <p:spPr>
          <a:xfrm>
            <a:off x="4832297" y="1246297"/>
            <a:ext cx="804613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pandas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2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2" grpId="0" animBg="1"/>
      <p:bldP spid="27" grpId="0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4771E-8D77-B93D-A933-601E01F1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C1C0-7946-7D8B-365A-0D3EE332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25/03/26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DBC29-C47B-E60E-23CC-D1315065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Aida Sanchez Ricol - Probability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C9FE-42F6-7D52-0D9D-1BD0D7D4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0FDF-4F91-7341-808B-3919AC0D856E}" type="slidenum">
              <a:rPr lang="en-US" smtClean="0"/>
              <a:t>20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1ADF06-0F3E-465E-9D19-2AED7D0F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9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Time for exercises!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352964-FBD7-0D5E-B852-973F4BEDA50F}"/>
              </a:ext>
            </a:extLst>
          </p:cNvPr>
          <p:cNvSpPr txBox="1"/>
          <p:nvPr/>
        </p:nvSpPr>
        <p:spPr>
          <a:xfrm>
            <a:off x="1255198" y="1313585"/>
            <a:ext cx="5243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Solve by using: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CB4F6-A463-0441-85C6-A674B9BA4951}"/>
              </a:ext>
            </a:extLst>
          </p:cNvPr>
          <p:cNvSpPr txBox="1"/>
          <p:nvPr/>
        </p:nvSpPr>
        <p:spPr>
          <a:xfrm>
            <a:off x="7961641" y="2144582"/>
            <a:ext cx="297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Your own functions </a:t>
            </a:r>
            <a:endParaRPr lang="en-US" sz="1800" dirty="0"/>
          </a:p>
        </p:txBody>
      </p:sp>
      <p:pic>
        <p:nvPicPr>
          <p:cNvPr id="19" name="Picture 18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47475554-EFA8-0EB3-CF6F-CABCC7198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34230"/>
            <a:ext cx="5924338" cy="770164"/>
          </a:xfrm>
          <a:prstGeom prst="rect">
            <a:avLst/>
          </a:prstGeom>
        </p:spPr>
      </p:pic>
      <p:pic>
        <p:nvPicPr>
          <p:cNvPr id="23" name="Picture 22" descr="A math equations on a black background&#10;&#10;AI-generated content may be incorrect.">
            <a:extLst>
              <a:ext uri="{FF2B5EF4-FFF2-40B4-BE49-F238E27FC236}">
                <a16:creationId xmlns:a16="http://schemas.microsoft.com/office/drawing/2014/main" id="{6792526F-0043-471A-1DA6-32EADAFE2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66" y="2634230"/>
            <a:ext cx="5025428" cy="67160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C7F30BD-9FB5-4406-3277-04D32088F8C8}"/>
              </a:ext>
            </a:extLst>
          </p:cNvPr>
          <p:cNvSpPr txBox="1"/>
          <p:nvPr/>
        </p:nvSpPr>
        <p:spPr>
          <a:xfrm>
            <a:off x="959595" y="3895663"/>
            <a:ext cx="682763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90CF14-DB18-2C5A-B0C1-15B5E2841D44}"/>
              </a:ext>
            </a:extLst>
          </p:cNvPr>
          <p:cNvSpPr txBox="1"/>
          <p:nvPr/>
        </p:nvSpPr>
        <p:spPr>
          <a:xfrm>
            <a:off x="3581400" y="3895662"/>
            <a:ext cx="1297918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stats.models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FB60C2-41CC-8562-3AA8-9FFFB6A38005}"/>
              </a:ext>
            </a:extLst>
          </p:cNvPr>
          <p:cNvSpPr txBox="1"/>
          <p:nvPr/>
        </p:nvSpPr>
        <p:spPr>
          <a:xfrm>
            <a:off x="1962920" y="3895662"/>
            <a:ext cx="1297918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numpy.random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E42A5C-2D81-4194-2E1E-E257D29E8312}"/>
              </a:ext>
            </a:extLst>
          </p:cNvPr>
          <p:cNvSpPr txBox="1"/>
          <p:nvPr/>
        </p:nvSpPr>
        <p:spPr>
          <a:xfrm>
            <a:off x="8610600" y="3872608"/>
            <a:ext cx="1297918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endParaRPr lang="en-US" sz="1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4868E1-F3E6-0B26-F4D6-C70693D29808}"/>
              </a:ext>
            </a:extLst>
          </p:cNvPr>
          <p:cNvCxnSpPr>
            <a:cxnSpLocks/>
          </p:cNvCxnSpPr>
          <p:nvPr/>
        </p:nvCxnSpPr>
        <p:spPr>
          <a:xfrm>
            <a:off x="5176930" y="3584474"/>
            <a:ext cx="510192" cy="1656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AA4F40-9EF9-CCAC-1A8C-6F9F923EF37D}"/>
              </a:ext>
            </a:extLst>
          </p:cNvPr>
          <p:cNvCxnSpPr>
            <a:cxnSpLocks/>
          </p:cNvCxnSpPr>
          <p:nvPr/>
        </p:nvCxnSpPr>
        <p:spPr>
          <a:xfrm flipH="1">
            <a:off x="6184316" y="3619554"/>
            <a:ext cx="611094" cy="16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2E7F3E6-C34C-D852-B276-23772C27225D}"/>
              </a:ext>
            </a:extLst>
          </p:cNvPr>
          <p:cNvSpPr txBox="1"/>
          <p:nvPr/>
        </p:nvSpPr>
        <p:spPr>
          <a:xfrm>
            <a:off x="4960433" y="5519716"/>
            <a:ext cx="1919868" cy="276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GB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50D79-1843-A580-942C-C2C04A3B92B0}"/>
              </a:ext>
            </a:extLst>
          </p:cNvPr>
          <p:cNvSpPr txBox="1"/>
          <p:nvPr/>
        </p:nvSpPr>
        <p:spPr>
          <a:xfrm>
            <a:off x="1255198" y="2219615"/>
            <a:ext cx="4163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Functions from standard libraries</a:t>
            </a:r>
          </a:p>
        </p:txBody>
      </p:sp>
    </p:spTree>
    <p:extLst>
      <p:ext uri="{BB962C8B-B14F-4D97-AF65-F5344CB8AC3E}">
        <p14:creationId xmlns:p14="http://schemas.microsoft.com/office/powerpoint/2010/main" val="258246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24" grpId="0" animBg="1"/>
      <p:bldP spid="25" grpId="0" animBg="1"/>
      <p:bldP spid="26" grpId="0" animBg="1"/>
      <p:bldP spid="29" grpId="0" animBg="1"/>
      <p:bldP spid="40" grpId="0" animBg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857</Words>
  <Application>Microsoft Macintosh PowerPoint</Application>
  <PresentationFormat>Widescreen</PresentationFormat>
  <Paragraphs>225</Paragraphs>
  <Slides>20</Slides>
  <Notes>17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Menlo</vt:lpstr>
      <vt:lpstr>Office Theme</vt:lpstr>
      <vt:lpstr>Probability</vt:lpstr>
      <vt:lpstr>Introduction</vt:lpstr>
      <vt:lpstr>How likely are we to measure a specific value? </vt:lpstr>
      <vt:lpstr>Probability values</vt:lpstr>
      <vt:lpstr>Normalising probability values</vt:lpstr>
      <vt:lpstr>Normalising probability values</vt:lpstr>
      <vt:lpstr>Common probability distributions</vt:lpstr>
      <vt:lpstr>Binomial distribution</vt:lpstr>
      <vt:lpstr>Binomial distribution</vt:lpstr>
      <vt:lpstr>Binomial distribution</vt:lpstr>
      <vt:lpstr>Binomial distribution</vt:lpstr>
      <vt:lpstr>Binomial distribution</vt:lpstr>
      <vt:lpstr>Poisson distribution</vt:lpstr>
      <vt:lpstr>Poisson distribution</vt:lpstr>
      <vt:lpstr>Poisson distribution</vt:lpstr>
      <vt:lpstr>Uniform distribution</vt:lpstr>
      <vt:lpstr>Gaussian distribution</vt:lpstr>
      <vt:lpstr>Gaussian distribution</vt:lpstr>
      <vt:lpstr>Gaussian distribution</vt:lpstr>
      <vt:lpstr>Time for exercises!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Sanchez Ricol, Aida</dc:creator>
  <cp:lastModifiedBy>Sanchez Ricol, Aida</cp:lastModifiedBy>
  <cp:revision>1</cp:revision>
  <dcterms:created xsi:type="dcterms:W3CDTF">2026-03-15T17:43:37Z</dcterms:created>
  <dcterms:modified xsi:type="dcterms:W3CDTF">2026-03-25T13:11:26Z</dcterms:modified>
</cp:coreProperties>
</file>