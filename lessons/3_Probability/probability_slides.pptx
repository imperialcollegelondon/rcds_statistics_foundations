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omments/modernComment_107_83BFEF1F.xml" ContentType="application/vnd.ms-powerpoint.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modernComment_10C_68EE24F1.xml" ContentType="application/vnd.ms-powerpoint.comments+xml"/>
  <Override PartName="/ppt/notesSlides/notesSlide9.xml" ContentType="application/vnd.openxmlformats-officedocument.presentationml.notesSlide+xml"/>
  <Override PartName="/ppt/comments/modernComment_10E_C6CC4A13.xml" ContentType="application/vnd.ms-powerpoint.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omments/modernComment_113_3E0794D9.xml" ContentType="application/vnd.ms-powerpoint.comment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22"/>
  </p:notesMasterIdLst>
  <p:sldIdLst>
    <p:sldId id="256" r:id="rId2"/>
    <p:sldId id="259" r:id="rId3"/>
    <p:sldId id="260" r:id="rId4"/>
    <p:sldId id="258" r:id="rId5"/>
    <p:sldId id="262" r:id="rId6"/>
    <p:sldId id="263" r:id="rId7"/>
    <p:sldId id="265" r:id="rId8"/>
    <p:sldId id="266" r:id="rId9"/>
    <p:sldId id="267" r:id="rId10"/>
    <p:sldId id="268" r:id="rId11"/>
    <p:sldId id="270" r:id="rId12"/>
    <p:sldId id="271" r:id="rId13"/>
    <p:sldId id="269" r:id="rId14"/>
    <p:sldId id="272" r:id="rId15"/>
    <p:sldId id="273" r:id="rId16"/>
    <p:sldId id="274" r:id="rId17"/>
    <p:sldId id="275" r:id="rId18"/>
    <p:sldId id="277" r:id="rId19"/>
    <p:sldId id="276" r:id="rId20"/>
    <p:sldId id="278"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68BEC36-B5CB-9B30-FC7A-8E486C07C331}" name="Sanchez Ricol, Aida" initials="SRA" userId="S::ass122@ic.ac.uk::1cc2c45a-f019-4df4-a664-57a6d0f86b9a"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B3D8C8-7ED2-ED4F-B052-FC65F011B41D}" v="423" dt="2026-03-28T13:14:05.41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320"/>
    <p:restoredTop sz="94652"/>
  </p:normalViewPr>
  <p:slideViewPr>
    <p:cSldViewPr snapToGrid="0">
      <p:cViewPr varScale="1">
        <p:scale>
          <a:sx n="108" d="100"/>
          <a:sy n="108" d="100"/>
        </p:scale>
        <p:origin x="216" y="6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chez Ricol, Aida" userId="1cc2c45a-f019-4df4-a664-57a6d0f86b9a" providerId="ADAL" clId="{7A61BBB9-52A2-5249-ADC6-1FF2D97CF9F2}"/>
    <pc:docChg chg="undo custSel addSld delSld modSld">
      <pc:chgData name="Sanchez Ricol, Aida" userId="1cc2c45a-f019-4df4-a664-57a6d0f86b9a" providerId="ADAL" clId="{7A61BBB9-52A2-5249-ADC6-1FF2D97CF9F2}" dt="2026-03-28T13:14:05.417" v="4759" actId="20577"/>
      <pc:docMkLst>
        <pc:docMk/>
      </pc:docMkLst>
      <pc:sldChg chg="addSp modSp mod modNotesTx">
        <pc:chgData name="Sanchez Ricol, Aida" userId="1cc2c45a-f019-4df4-a664-57a6d0f86b9a" providerId="ADAL" clId="{7A61BBB9-52A2-5249-ADC6-1FF2D97CF9F2}" dt="2026-03-25T15:03:42.791" v="4680" actId="20577"/>
        <pc:sldMkLst>
          <pc:docMk/>
          <pc:sldMk cId="2772805522" sldId="256"/>
        </pc:sldMkLst>
        <pc:spChg chg="add mod">
          <ac:chgData name="Sanchez Ricol, Aida" userId="1cc2c45a-f019-4df4-a664-57a6d0f86b9a" providerId="ADAL" clId="{7A61BBB9-52A2-5249-ADC6-1FF2D97CF9F2}" dt="2026-03-22T23:38:00.903" v="3162" actId="12788"/>
          <ac:spMkLst>
            <pc:docMk/>
            <pc:sldMk cId="2772805522" sldId="256"/>
            <ac:spMk id="2" creationId="{6E00934E-D88B-049A-06FA-0913527BA3E4}"/>
          </ac:spMkLst>
        </pc:spChg>
        <pc:spChg chg="mod">
          <ac:chgData name="Sanchez Ricol, Aida" userId="1cc2c45a-f019-4df4-a664-57a6d0f86b9a" providerId="ADAL" clId="{7A61BBB9-52A2-5249-ADC6-1FF2D97CF9F2}" dt="2026-03-22T23:38:00.903" v="3162" actId="12788"/>
          <ac:spMkLst>
            <pc:docMk/>
            <pc:sldMk cId="2772805522" sldId="256"/>
            <ac:spMk id="4" creationId="{CBBE4477-9D61-13F8-61FA-9BF5B11DC0E4}"/>
          </ac:spMkLst>
        </pc:spChg>
        <pc:spChg chg="mod">
          <ac:chgData name="Sanchez Ricol, Aida" userId="1cc2c45a-f019-4df4-a664-57a6d0f86b9a" providerId="ADAL" clId="{7A61BBB9-52A2-5249-ADC6-1FF2D97CF9F2}" dt="2026-03-22T23:38:00.903" v="3162" actId="12788"/>
          <ac:spMkLst>
            <pc:docMk/>
            <pc:sldMk cId="2772805522" sldId="256"/>
            <ac:spMk id="5" creationId="{2973A68C-BA32-FFF6-B290-9E6BBBAADE39}"/>
          </ac:spMkLst>
        </pc:spChg>
        <pc:spChg chg="mod">
          <ac:chgData name="Sanchez Ricol, Aida" userId="1cc2c45a-f019-4df4-a664-57a6d0f86b9a" providerId="ADAL" clId="{7A61BBB9-52A2-5249-ADC6-1FF2D97CF9F2}" dt="2026-03-22T23:38:00.903" v="3162" actId="12788"/>
          <ac:spMkLst>
            <pc:docMk/>
            <pc:sldMk cId="2772805522" sldId="256"/>
            <ac:spMk id="6" creationId="{9C017944-85F1-E97C-EB83-FF0BC339185E}"/>
          </ac:spMkLst>
        </pc:spChg>
        <pc:picChg chg="mod">
          <ac:chgData name="Sanchez Ricol, Aida" userId="1cc2c45a-f019-4df4-a664-57a6d0f86b9a" providerId="ADAL" clId="{7A61BBB9-52A2-5249-ADC6-1FF2D97CF9F2}" dt="2026-03-24T21:01:37.145" v="3549" actId="1076"/>
          <ac:picMkLst>
            <pc:docMk/>
            <pc:sldMk cId="2772805522" sldId="256"/>
            <ac:picMk id="7" creationId="{BC2EE55A-BA25-A3D4-B2B6-3FBC11048E3C}"/>
          </ac:picMkLst>
        </pc:picChg>
        <pc:picChg chg="mod">
          <ac:chgData name="Sanchez Ricol, Aida" userId="1cc2c45a-f019-4df4-a664-57a6d0f86b9a" providerId="ADAL" clId="{7A61BBB9-52A2-5249-ADC6-1FF2D97CF9F2}" dt="2026-03-24T21:01:39.758" v="3550" actId="1076"/>
          <ac:picMkLst>
            <pc:docMk/>
            <pc:sldMk cId="2772805522" sldId="256"/>
            <ac:picMk id="8" creationId="{53551896-EED2-095C-A8E5-9ED13A89D061}"/>
          </ac:picMkLst>
        </pc:picChg>
      </pc:sldChg>
      <pc:sldChg chg="modSp mod modAnim">
        <pc:chgData name="Sanchez Ricol, Aida" userId="1cc2c45a-f019-4df4-a664-57a6d0f86b9a" providerId="ADAL" clId="{7A61BBB9-52A2-5249-ADC6-1FF2D97CF9F2}" dt="2026-03-24T21:32:49.524" v="3733" actId="20577"/>
        <pc:sldMkLst>
          <pc:docMk/>
          <pc:sldMk cId="1994347369" sldId="258"/>
        </pc:sldMkLst>
        <pc:spChg chg="mod">
          <ac:chgData name="Sanchez Ricol, Aida" userId="1cc2c45a-f019-4df4-a664-57a6d0f86b9a" providerId="ADAL" clId="{7A61BBB9-52A2-5249-ADC6-1FF2D97CF9F2}" dt="2026-03-22T13:51:17.991" v="80" actId="1076"/>
          <ac:spMkLst>
            <pc:docMk/>
            <pc:sldMk cId="1994347369" sldId="258"/>
            <ac:spMk id="8" creationId="{D3D22BD3-5BF4-6B84-76A6-96E8D70C5D05}"/>
          </ac:spMkLst>
        </pc:spChg>
        <pc:spChg chg="mod">
          <ac:chgData name="Sanchez Ricol, Aida" userId="1cc2c45a-f019-4df4-a664-57a6d0f86b9a" providerId="ADAL" clId="{7A61BBB9-52A2-5249-ADC6-1FF2D97CF9F2}" dt="2026-03-24T21:32:49.524" v="3733" actId="20577"/>
          <ac:spMkLst>
            <pc:docMk/>
            <pc:sldMk cId="1994347369" sldId="258"/>
            <ac:spMk id="13" creationId="{3458A436-D836-4B2B-2849-8E023C712CA0}"/>
          </ac:spMkLst>
        </pc:spChg>
      </pc:sldChg>
      <pc:sldChg chg="modSp mod modAnim">
        <pc:chgData name="Sanchez Ricol, Aida" userId="1cc2c45a-f019-4df4-a664-57a6d0f86b9a" providerId="ADAL" clId="{7A61BBB9-52A2-5249-ADC6-1FF2D97CF9F2}" dt="2026-03-24T21:03:03.447" v="3554"/>
        <pc:sldMkLst>
          <pc:docMk/>
          <pc:sldMk cId="3888429166" sldId="259"/>
        </pc:sldMkLst>
        <pc:spChg chg="mod">
          <ac:chgData name="Sanchez Ricol, Aida" userId="1cc2c45a-f019-4df4-a664-57a6d0f86b9a" providerId="ADAL" clId="{7A61BBB9-52A2-5249-ADC6-1FF2D97CF9F2}" dt="2026-03-18T16:57:11.212" v="0" actId="20577"/>
          <ac:spMkLst>
            <pc:docMk/>
            <pc:sldMk cId="3888429166" sldId="259"/>
            <ac:spMk id="10" creationId="{77BD7E57-34A0-827B-E8BB-8670E299AACD}"/>
          </ac:spMkLst>
        </pc:spChg>
      </pc:sldChg>
      <pc:sldChg chg="addSp modSp mod modAnim">
        <pc:chgData name="Sanchez Ricol, Aida" userId="1cc2c45a-f019-4df4-a664-57a6d0f86b9a" providerId="ADAL" clId="{7A61BBB9-52A2-5249-ADC6-1FF2D97CF9F2}" dt="2026-03-24T21:05:16.509" v="3567"/>
        <pc:sldMkLst>
          <pc:docMk/>
          <pc:sldMk cId="2016515431" sldId="260"/>
        </pc:sldMkLst>
        <pc:picChg chg="add mod">
          <ac:chgData name="Sanchez Ricol, Aida" userId="1cc2c45a-f019-4df4-a664-57a6d0f86b9a" providerId="ADAL" clId="{7A61BBB9-52A2-5249-ADC6-1FF2D97CF9F2}" dt="2026-03-24T21:04:07.516" v="3557" actId="167"/>
          <ac:picMkLst>
            <pc:docMk/>
            <pc:sldMk cId="2016515431" sldId="260"/>
            <ac:picMk id="2" creationId="{C4FE22DB-D264-30F5-2D2C-8211E0A93321}"/>
          </ac:picMkLst>
        </pc:picChg>
        <pc:picChg chg="mod">
          <ac:chgData name="Sanchez Ricol, Aida" userId="1cc2c45a-f019-4df4-a664-57a6d0f86b9a" providerId="ADAL" clId="{7A61BBB9-52A2-5249-ADC6-1FF2D97CF9F2}" dt="2026-03-24T21:04:15.428" v="3559" actId="1076"/>
          <ac:picMkLst>
            <pc:docMk/>
            <pc:sldMk cId="2016515431" sldId="260"/>
            <ac:picMk id="3" creationId="{855870EE-2621-669E-546E-293ED89EF10C}"/>
          </ac:picMkLst>
        </pc:picChg>
      </pc:sldChg>
      <pc:sldChg chg="addSp modSp mod modAnim">
        <pc:chgData name="Sanchez Ricol, Aida" userId="1cc2c45a-f019-4df4-a664-57a6d0f86b9a" providerId="ADAL" clId="{7A61BBB9-52A2-5249-ADC6-1FF2D97CF9F2}" dt="2026-03-28T13:03:15.915" v="4741"/>
        <pc:sldMkLst>
          <pc:docMk/>
          <pc:sldMk cId="3922292103" sldId="262"/>
        </pc:sldMkLst>
        <pc:spChg chg="mod">
          <ac:chgData name="Sanchez Ricol, Aida" userId="1cc2c45a-f019-4df4-a664-57a6d0f86b9a" providerId="ADAL" clId="{7A61BBB9-52A2-5249-ADC6-1FF2D97CF9F2}" dt="2026-03-28T12:49:13.018" v="4716"/>
          <ac:spMkLst>
            <pc:docMk/>
            <pc:sldMk cId="3922292103" sldId="262"/>
            <ac:spMk id="10" creationId="{147B511A-C9CC-C412-E21B-F5AA0895FDE5}"/>
          </ac:spMkLst>
        </pc:spChg>
        <pc:spChg chg="add mod">
          <ac:chgData name="Sanchez Ricol, Aida" userId="1cc2c45a-f019-4df4-a664-57a6d0f86b9a" providerId="ADAL" clId="{7A61BBB9-52A2-5249-ADC6-1FF2D97CF9F2}" dt="2026-03-28T12:49:36.905" v="4734" actId="1076"/>
          <ac:spMkLst>
            <pc:docMk/>
            <pc:sldMk cId="3922292103" sldId="262"/>
            <ac:spMk id="12" creationId="{7F260B7C-11EC-8ACC-5BAF-3E71E6E07F10}"/>
          </ac:spMkLst>
        </pc:spChg>
        <pc:spChg chg="mod">
          <ac:chgData name="Sanchez Ricol, Aida" userId="1cc2c45a-f019-4df4-a664-57a6d0f86b9a" providerId="ADAL" clId="{7A61BBB9-52A2-5249-ADC6-1FF2D97CF9F2}" dt="2026-03-28T12:49:10.379" v="4715" actId="1076"/>
          <ac:spMkLst>
            <pc:docMk/>
            <pc:sldMk cId="3922292103" sldId="262"/>
            <ac:spMk id="16" creationId="{53896F25-58E4-8FCF-FAFA-F907A185A92E}"/>
          </ac:spMkLst>
        </pc:spChg>
        <pc:spChg chg="mod">
          <ac:chgData name="Sanchez Ricol, Aida" userId="1cc2c45a-f019-4df4-a664-57a6d0f86b9a" providerId="ADAL" clId="{7A61BBB9-52A2-5249-ADC6-1FF2D97CF9F2}" dt="2026-03-28T12:49:06.671" v="4714" actId="1076"/>
          <ac:spMkLst>
            <pc:docMk/>
            <pc:sldMk cId="3922292103" sldId="262"/>
            <ac:spMk id="23" creationId="{D8AAB1EE-FDBE-66BC-BBEA-BF6D86537B0B}"/>
          </ac:spMkLst>
        </pc:spChg>
        <pc:spChg chg="mod">
          <ac:chgData name="Sanchez Ricol, Aida" userId="1cc2c45a-f019-4df4-a664-57a6d0f86b9a" providerId="ADAL" clId="{7A61BBB9-52A2-5249-ADC6-1FF2D97CF9F2}" dt="2026-03-28T12:49:03.009" v="4713" actId="1076"/>
          <ac:spMkLst>
            <pc:docMk/>
            <pc:sldMk cId="3922292103" sldId="262"/>
            <ac:spMk id="25" creationId="{7B1D9584-1E20-01FA-AA37-2D57C50ED023}"/>
          </ac:spMkLst>
        </pc:spChg>
      </pc:sldChg>
      <pc:sldChg chg="addSp modSp mod modAnim">
        <pc:chgData name="Sanchez Ricol, Aida" userId="1cc2c45a-f019-4df4-a664-57a6d0f86b9a" providerId="ADAL" clId="{7A61BBB9-52A2-5249-ADC6-1FF2D97CF9F2}" dt="2026-03-28T13:03:30.391" v="4744"/>
        <pc:sldMkLst>
          <pc:docMk/>
          <pc:sldMk cId="2210393887" sldId="263"/>
        </pc:sldMkLst>
        <pc:spChg chg="add mod">
          <ac:chgData name="Sanchez Ricol, Aida" userId="1cc2c45a-f019-4df4-a664-57a6d0f86b9a" providerId="ADAL" clId="{7A61BBB9-52A2-5249-ADC6-1FF2D97CF9F2}" dt="2026-03-28T12:49:53.669" v="4738" actId="1076"/>
          <ac:spMkLst>
            <pc:docMk/>
            <pc:sldMk cId="2210393887" sldId="263"/>
            <ac:spMk id="2" creationId="{A647C477-7672-B4E6-88A8-C919F8EB7F8A}"/>
          </ac:spMkLst>
        </pc:spChg>
        <pc:spChg chg="mod">
          <ac:chgData name="Sanchez Ricol, Aida" userId="1cc2c45a-f019-4df4-a664-57a6d0f86b9a" providerId="ADAL" clId="{7A61BBB9-52A2-5249-ADC6-1FF2D97CF9F2}" dt="2026-03-24T21:48:43.483" v="3735" actId="20577"/>
          <ac:spMkLst>
            <pc:docMk/>
            <pc:sldMk cId="2210393887" sldId="263"/>
            <ac:spMk id="9" creationId="{9E4F0340-9DF8-A004-42AA-5035C6CFB9D3}"/>
          </ac:spMkLst>
        </pc:spChg>
        <pc:spChg chg="mod">
          <ac:chgData name="Sanchez Ricol, Aida" userId="1cc2c45a-f019-4df4-a664-57a6d0f86b9a" providerId="ADAL" clId="{7A61BBB9-52A2-5249-ADC6-1FF2D97CF9F2}" dt="2026-03-28T12:49:46.940" v="4736" actId="1076"/>
          <ac:spMkLst>
            <pc:docMk/>
            <pc:sldMk cId="2210393887" sldId="263"/>
            <ac:spMk id="23" creationId="{6E79D476-8AA0-B0A1-73B6-49FCE090FCF4}"/>
          </ac:spMkLst>
        </pc:spChg>
        <pc:spChg chg="mod">
          <ac:chgData name="Sanchez Ricol, Aida" userId="1cc2c45a-f019-4df4-a664-57a6d0f86b9a" providerId="ADAL" clId="{7A61BBB9-52A2-5249-ADC6-1FF2D97CF9F2}" dt="2026-03-28T12:49:43.263" v="4735" actId="1076"/>
          <ac:spMkLst>
            <pc:docMk/>
            <pc:sldMk cId="2210393887" sldId="263"/>
            <ac:spMk id="25" creationId="{C48316F7-047C-059B-2E74-755B8D5294E3}"/>
          </ac:spMkLst>
        </pc:spChg>
      </pc:sldChg>
      <pc:sldChg chg="addSp delSp modSp mod">
        <pc:chgData name="Sanchez Ricol, Aida" userId="1cc2c45a-f019-4df4-a664-57a6d0f86b9a" providerId="ADAL" clId="{7A61BBB9-52A2-5249-ADC6-1FF2D97CF9F2}" dt="2026-03-25T12:46:51.425" v="3939" actId="21"/>
        <pc:sldMkLst>
          <pc:docMk/>
          <pc:sldMk cId="814369189" sldId="265"/>
        </pc:sldMkLst>
        <pc:spChg chg="mod">
          <ac:chgData name="Sanchez Ricol, Aida" userId="1cc2c45a-f019-4df4-a664-57a6d0f86b9a" providerId="ADAL" clId="{7A61BBB9-52A2-5249-ADC6-1FF2D97CF9F2}" dt="2026-03-24T21:08:09.317" v="3596" actId="1076"/>
          <ac:spMkLst>
            <pc:docMk/>
            <pc:sldMk cId="814369189" sldId="265"/>
            <ac:spMk id="3" creationId="{BCEE9FC3-2FD9-C70B-4A2D-D814E56C5A41}"/>
          </ac:spMkLst>
        </pc:spChg>
        <pc:spChg chg="mod">
          <ac:chgData name="Sanchez Ricol, Aida" userId="1cc2c45a-f019-4df4-a664-57a6d0f86b9a" providerId="ADAL" clId="{7A61BBB9-52A2-5249-ADC6-1FF2D97CF9F2}" dt="2026-03-24T21:07:55.122" v="3592" actId="1076"/>
          <ac:spMkLst>
            <pc:docMk/>
            <pc:sldMk cId="814369189" sldId="265"/>
            <ac:spMk id="7" creationId="{0FCBBD8D-655A-4CB2-98DA-391410E5E3C2}"/>
          </ac:spMkLst>
        </pc:spChg>
        <pc:spChg chg="mod">
          <ac:chgData name="Sanchez Ricol, Aida" userId="1cc2c45a-f019-4df4-a664-57a6d0f86b9a" providerId="ADAL" clId="{7A61BBB9-52A2-5249-ADC6-1FF2D97CF9F2}" dt="2026-03-24T21:08:04.643" v="3595" actId="1076"/>
          <ac:spMkLst>
            <pc:docMk/>
            <pc:sldMk cId="814369189" sldId="265"/>
            <ac:spMk id="10" creationId="{11A8C491-484D-9057-4D86-D6535176D3A2}"/>
          </ac:spMkLst>
        </pc:spChg>
        <pc:spChg chg="mod">
          <ac:chgData name="Sanchez Ricol, Aida" userId="1cc2c45a-f019-4df4-a664-57a6d0f86b9a" providerId="ADAL" clId="{7A61BBB9-52A2-5249-ADC6-1FF2D97CF9F2}" dt="2026-03-24T21:01:20.759" v="3548" actId="1076"/>
          <ac:spMkLst>
            <pc:docMk/>
            <pc:sldMk cId="814369189" sldId="265"/>
            <ac:spMk id="12" creationId="{83803289-3380-3E15-9AB3-065ABD309055}"/>
          </ac:spMkLst>
        </pc:spChg>
        <pc:spChg chg="mod">
          <ac:chgData name="Sanchez Ricol, Aida" userId="1cc2c45a-f019-4df4-a664-57a6d0f86b9a" providerId="ADAL" clId="{7A61BBB9-52A2-5249-ADC6-1FF2D97CF9F2}" dt="2026-03-24T21:01:03.294" v="3543" actId="1076"/>
          <ac:spMkLst>
            <pc:docMk/>
            <pc:sldMk cId="814369189" sldId="265"/>
            <ac:spMk id="13" creationId="{C6D3EFE2-8CBF-D313-79B0-1926EB2F7D57}"/>
          </ac:spMkLst>
        </pc:spChg>
        <pc:spChg chg="mod">
          <ac:chgData name="Sanchez Ricol, Aida" userId="1cc2c45a-f019-4df4-a664-57a6d0f86b9a" providerId="ADAL" clId="{7A61BBB9-52A2-5249-ADC6-1FF2D97CF9F2}" dt="2026-03-24T21:07:48.154" v="3588" actId="14100"/>
          <ac:spMkLst>
            <pc:docMk/>
            <pc:sldMk cId="814369189" sldId="265"/>
            <ac:spMk id="14" creationId="{FCBD5127-1E3B-708E-7F7C-5AD5DC61163D}"/>
          </ac:spMkLst>
        </pc:spChg>
      </pc:sldChg>
      <pc:sldChg chg="addSp delSp modSp mod modAnim">
        <pc:chgData name="Sanchez Ricol, Aida" userId="1cc2c45a-f019-4df4-a664-57a6d0f86b9a" providerId="ADAL" clId="{7A61BBB9-52A2-5249-ADC6-1FF2D97CF9F2}" dt="2026-03-24T21:08:24.553" v="3597"/>
        <pc:sldMkLst>
          <pc:docMk/>
          <pc:sldMk cId="850088026" sldId="266"/>
        </pc:sldMkLst>
        <pc:spChg chg="mod">
          <ac:chgData name="Sanchez Ricol, Aida" userId="1cc2c45a-f019-4df4-a664-57a6d0f86b9a" providerId="ADAL" clId="{7A61BBB9-52A2-5249-ADC6-1FF2D97CF9F2}" dt="2026-03-22T13:59:37.468" v="166" actId="1076"/>
          <ac:spMkLst>
            <pc:docMk/>
            <pc:sldMk cId="850088026" sldId="266"/>
            <ac:spMk id="8" creationId="{C11544B9-53F1-FEE4-C557-E3204E753AE2}"/>
          </ac:spMkLst>
        </pc:spChg>
        <pc:spChg chg="add mod">
          <ac:chgData name="Sanchez Ricol, Aida" userId="1cc2c45a-f019-4df4-a664-57a6d0f86b9a" providerId="ADAL" clId="{7A61BBB9-52A2-5249-ADC6-1FF2D97CF9F2}" dt="2026-03-22T16:16:31.612" v="1653" actId="14100"/>
          <ac:spMkLst>
            <pc:docMk/>
            <pc:sldMk cId="850088026" sldId="266"/>
            <ac:spMk id="12" creationId="{9C56220D-838A-5AFD-FA3D-410DA03CF6FB}"/>
          </ac:spMkLst>
        </pc:spChg>
      </pc:sldChg>
      <pc:sldChg chg="addSp delSp modSp add mod delAnim modAnim">
        <pc:chgData name="Sanchez Ricol, Aida" userId="1cc2c45a-f019-4df4-a664-57a6d0f86b9a" providerId="ADAL" clId="{7A61BBB9-52A2-5249-ADC6-1FF2D97CF9F2}" dt="2026-03-25T12:53:23.683" v="3990"/>
        <pc:sldMkLst>
          <pc:docMk/>
          <pc:sldMk cId="4065389547" sldId="267"/>
        </pc:sldMkLst>
        <pc:spChg chg="mod">
          <ac:chgData name="Sanchez Ricol, Aida" userId="1cc2c45a-f019-4df4-a664-57a6d0f86b9a" providerId="ADAL" clId="{7A61BBB9-52A2-5249-ADC6-1FF2D97CF9F2}" dt="2026-03-22T13:59:16.112" v="161" actId="13822"/>
          <ac:spMkLst>
            <pc:docMk/>
            <pc:sldMk cId="4065389547" sldId="267"/>
            <ac:spMk id="2" creationId="{51E0CF57-94D7-A8E2-9553-5245A0E946CD}"/>
          </ac:spMkLst>
        </pc:spChg>
        <pc:spChg chg="mod">
          <ac:chgData name="Sanchez Ricol, Aida" userId="1cc2c45a-f019-4df4-a664-57a6d0f86b9a" providerId="ADAL" clId="{7A61BBB9-52A2-5249-ADC6-1FF2D97CF9F2}" dt="2026-03-22T13:58:59.266" v="156" actId="1076"/>
          <ac:spMkLst>
            <pc:docMk/>
            <pc:sldMk cId="4065389547" sldId="267"/>
            <ac:spMk id="16" creationId="{D3A42B74-C3FA-D7C6-82C8-C337B4E61E5C}"/>
          </ac:spMkLst>
        </pc:spChg>
        <pc:picChg chg="add mod">
          <ac:chgData name="Sanchez Ricol, Aida" userId="1cc2c45a-f019-4df4-a664-57a6d0f86b9a" providerId="ADAL" clId="{7A61BBB9-52A2-5249-ADC6-1FF2D97CF9F2}" dt="2026-03-25T12:53:18.880" v="3988" actId="1076"/>
          <ac:picMkLst>
            <pc:docMk/>
            <pc:sldMk cId="4065389547" sldId="267"/>
            <ac:picMk id="8" creationId="{E1CACA03-0078-A35C-45AE-6A9FD81FB54A}"/>
          </ac:picMkLst>
        </pc:picChg>
        <pc:picChg chg="add del mod">
          <ac:chgData name="Sanchez Ricol, Aida" userId="1cc2c45a-f019-4df4-a664-57a6d0f86b9a" providerId="ADAL" clId="{7A61BBB9-52A2-5249-ADC6-1FF2D97CF9F2}" dt="2026-03-24T21:08:44.302" v="3600" actId="1076"/>
          <ac:picMkLst>
            <pc:docMk/>
            <pc:sldMk cId="4065389547" sldId="267"/>
            <ac:picMk id="10" creationId="{77A81303-3B54-9527-89E7-5D9811008BAC}"/>
          </ac:picMkLst>
        </pc:picChg>
        <pc:picChg chg="add mod">
          <ac:chgData name="Sanchez Ricol, Aida" userId="1cc2c45a-f019-4df4-a664-57a6d0f86b9a" providerId="ADAL" clId="{7A61BBB9-52A2-5249-ADC6-1FF2D97CF9F2}" dt="2026-03-25T12:52:42.180" v="3980" actId="1076"/>
          <ac:picMkLst>
            <pc:docMk/>
            <pc:sldMk cId="4065389547" sldId="267"/>
            <ac:picMk id="12" creationId="{69937202-AF59-5C26-5B3E-59C314366742}"/>
          </ac:picMkLst>
        </pc:picChg>
        <pc:picChg chg="add mod">
          <ac:chgData name="Sanchez Ricol, Aida" userId="1cc2c45a-f019-4df4-a664-57a6d0f86b9a" providerId="ADAL" clId="{7A61BBB9-52A2-5249-ADC6-1FF2D97CF9F2}" dt="2026-03-24T21:11:46.582" v="3621" actId="166"/>
          <ac:picMkLst>
            <pc:docMk/>
            <pc:sldMk cId="4065389547" sldId="267"/>
            <ac:picMk id="13" creationId="{644DCFB3-7268-96CA-2BE1-1112BFAC2217}"/>
          </ac:picMkLst>
        </pc:picChg>
        <pc:picChg chg="add mod">
          <ac:chgData name="Sanchez Ricol, Aida" userId="1cc2c45a-f019-4df4-a664-57a6d0f86b9a" providerId="ADAL" clId="{7A61BBB9-52A2-5249-ADC6-1FF2D97CF9F2}" dt="2026-03-24T21:11:52.332" v="3622" actId="166"/>
          <ac:picMkLst>
            <pc:docMk/>
            <pc:sldMk cId="4065389547" sldId="267"/>
            <ac:picMk id="15" creationId="{B00A5DDC-D2A4-2131-ADC0-55A5805F595B}"/>
          </ac:picMkLst>
        </pc:picChg>
        <pc:picChg chg="add mod">
          <ac:chgData name="Sanchez Ricol, Aida" userId="1cc2c45a-f019-4df4-a664-57a6d0f86b9a" providerId="ADAL" clId="{7A61BBB9-52A2-5249-ADC6-1FF2D97CF9F2}" dt="2026-03-25T12:52:14.948" v="3974" actId="1076"/>
          <ac:picMkLst>
            <pc:docMk/>
            <pc:sldMk cId="4065389547" sldId="267"/>
            <ac:picMk id="17" creationId="{ED5F15E6-6DE7-7AF5-5185-7C891E39568E}"/>
          </ac:picMkLst>
        </pc:picChg>
      </pc:sldChg>
      <pc:sldChg chg="addSp delSp modSp add mod delAnim modAnim">
        <pc:chgData name="Sanchez Ricol, Aida" userId="1cc2c45a-f019-4df4-a664-57a6d0f86b9a" providerId="ADAL" clId="{7A61BBB9-52A2-5249-ADC6-1FF2D97CF9F2}" dt="2026-03-25T17:00:52.552" v="4692" actId="20577"/>
        <pc:sldMkLst>
          <pc:docMk/>
          <pc:sldMk cId="1760437489" sldId="268"/>
        </pc:sldMkLst>
        <pc:spChg chg="add mod">
          <ac:chgData name="Sanchez Ricol, Aida" userId="1cc2c45a-f019-4df4-a664-57a6d0f86b9a" providerId="ADAL" clId="{7A61BBB9-52A2-5249-ADC6-1FF2D97CF9F2}" dt="2026-03-22T14:18:59.648" v="366"/>
          <ac:spMkLst>
            <pc:docMk/>
            <pc:sldMk cId="1760437489" sldId="268"/>
            <ac:spMk id="3" creationId="{11BECB91-CB94-A480-B809-CFB8BAE4F8B5}"/>
          </ac:spMkLst>
        </pc:spChg>
        <pc:spChg chg="add mod">
          <ac:chgData name="Sanchez Ricol, Aida" userId="1cc2c45a-f019-4df4-a664-57a6d0f86b9a" providerId="ADAL" clId="{7A61BBB9-52A2-5249-ADC6-1FF2D97CF9F2}" dt="2026-03-22T14:18:27.921" v="358" actId="1076"/>
          <ac:spMkLst>
            <pc:docMk/>
            <pc:sldMk cId="1760437489" sldId="268"/>
            <ac:spMk id="28" creationId="{92200CD3-1780-0E1B-C8C7-6C5B3ECD0C65}"/>
          </ac:spMkLst>
        </pc:spChg>
        <pc:spChg chg="add mod">
          <ac:chgData name="Sanchez Ricol, Aida" userId="1cc2c45a-f019-4df4-a664-57a6d0f86b9a" providerId="ADAL" clId="{7A61BBB9-52A2-5249-ADC6-1FF2D97CF9F2}" dt="2026-03-22T14:18:30.155" v="359" actId="1076"/>
          <ac:spMkLst>
            <pc:docMk/>
            <pc:sldMk cId="1760437489" sldId="268"/>
            <ac:spMk id="29" creationId="{C2C621BC-D7DA-B42C-20DF-6C70C88BF1E9}"/>
          </ac:spMkLst>
        </pc:spChg>
        <pc:spChg chg="add mod">
          <ac:chgData name="Sanchez Ricol, Aida" userId="1cc2c45a-f019-4df4-a664-57a6d0f86b9a" providerId="ADAL" clId="{7A61BBB9-52A2-5249-ADC6-1FF2D97CF9F2}" dt="2026-03-22T14:28:01.180" v="491" actId="1076"/>
          <ac:spMkLst>
            <pc:docMk/>
            <pc:sldMk cId="1760437489" sldId="268"/>
            <ac:spMk id="32" creationId="{E490B172-7BCB-8BB4-79AC-08CA1BDBCFD6}"/>
          </ac:spMkLst>
        </pc:spChg>
        <pc:spChg chg="add mod">
          <ac:chgData name="Sanchez Ricol, Aida" userId="1cc2c45a-f019-4df4-a664-57a6d0f86b9a" providerId="ADAL" clId="{7A61BBB9-52A2-5249-ADC6-1FF2D97CF9F2}" dt="2026-03-22T14:21:29.078" v="461" actId="114"/>
          <ac:spMkLst>
            <pc:docMk/>
            <pc:sldMk cId="1760437489" sldId="268"/>
            <ac:spMk id="34" creationId="{42AD2355-1D41-1151-59C7-4471F628D172}"/>
          </ac:spMkLst>
        </pc:spChg>
        <pc:spChg chg="add mod">
          <ac:chgData name="Sanchez Ricol, Aida" userId="1cc2c45a-f019-4df4-a664-57a6d0f86b9a" providerId="ADAL" clId="{7A61BBB9-52A2-5249-ADC6-1FF2D97CF9F2}" dt="2026-03-22T14:21:32.989" v="462" actId="114"/>
          <ac:spMkLst>
            <pc:docMk/>
            <pc:sldMk cId="1760437489" sldId="268"/>
            <ac:spMk id="35" creationId="{97689C4C-6B90-FCCF-1FF9-380F1CDCA801}"/>
          </ac:spMkLst>
        </pc:spChg>
        <pc:spChg chg="add mod">
          <ac:chgData name="Sanchez Ricol, Aida" userId="1cc2c45a-f019-4df4-a664-57a6d0f86b9a" providerId="ADAL" clId="{7A61BBB9-52A2-5249-ADC6-1FF2D97CF9F2}" dt="2026-03-25T17:00:52.552" v="4692" actId="20577"/>
          <ac:spMkLst>
            <pc:docMk/>
            <pc:sldMk cId="1760437489" sldId="268"/>
            <ac:spMk id="36" creationId="{96913227-4321-D8E2-8E2C-3CF46CD268DB}"/>
          </ac:spMkLst>
        </pc:spChg>
        <pc:picChg chg="add mod modCrop">
          <ac:chgData name="Sanchez Ricol, Aida" userId="1cc2c45a-f019-4df4-a664-57a6d0f86b9a" providerId="ADAL" clId="{7A61BBB9-52A2-5249-ADC6-1FF2D97CF9F2}" dt="2026-03-24T20:38:39.031" v="3486" actId="1076"/>
          <ac:picMkLst>
            <pc:docMk/>
            <pc:sldMk cId="1760437489" sldId="268"/>
            <ac:picMk id="8" creationId="{2FB5AF25-82E7-8904-EABD-391E38FA1083}"/>
          </ac:picMkLst>
        </pc:picChg>
        <pc:picChg chg="add mod">
          <ac:chgData name="Sanchez Ricol, Aida" userId="1cc2c45a-f019-4df4-a664-57a6d0f86b9a" providerId="ADAL" clId="{7A61BBB9-52A2-5249-ADC6-1FF2D97CF9F2}" dt="2026-03-22T14:16:39.276" v="330" actId="1076"/>
          <ac:picMkLst>
            <pc:docMk/>
            <pc:sldMk cId="1760437489" sldId="268"/>
            <ac:picMk id="22" creationId="{6B9AE41A-3EC5-A5B2-C734-CF553AEF6A9E}"/>
          </ac:picMkLst>
        </pc:picChg>
        <pc:picChg chg="add mod">
          <ac:chgData name="Sanchez Ricol, Aida" userId="1cc2c45a-f019-4df4-a664-57a6d0f86b9a" providerId="ADAL" clId="{7A61BBB9-52A2-5249-ADC6-1FF2D97CF9F2}" dt="2026-03-22T14:23:18.725" v="482" actId="1076"/>
          <ac:picMkLst>
            <pc:docMk/>
            <pc:sldMk cId="1760437489" sldId="268"/>
            <ac:picMk id="25" creationId="{08B1047C-F4E7-CB70-39EA-8473E1233CEE}"/>
          </ac:picMkLst>
        </pc:picChg>
        <pc:picChg chg="add mod">
          <ac:chgData name="Sanchez Ricol, Aida" userId="1cc2c45a-f019-4df4-a664-57a6d0f86b9a" providerId="ADAL" clId="{7A61BBB9-52A2-5249-ADC6-1FF2D97CF9F2}" dt="2026-03-22T14:25:18.232" v="487" actId="1076"/>
          <ac:picMkLst>
            <pc:docMk/>
            <pc:sldMk cId="1760437489" sldId="268"/>
            <ac:picMk id="39" creationId="{4379FF34-A963-5F41-5E37-3C8DA7DE0741}"/>
          </ac:picMkLst>
        </pc:picChg>
        <pc:cxnChg chg="add mod">
          <ac:chgData name="Sanchez Ricol, Aida" userId="1cc2c45a-f019-4df4-a664-57a6d0f86b9a" providerId="ADAL" clId="{7A61BBB9-52A2-5249-ADC6-1FF2D97CF9F2}" dt="2026-03-22T14:18:34.440" v="361" actId="1076"/>
          <ac:cxnSpMkLst>
            <pc:docMk/>
            <pc:sldMk cId="1760437489" sldId="268"/>
            <ac:cxnSpMk id="14" creationId="{AFCF3524-7CD0-9285-B2AB-F114D20EA6A4}"/>
          </ac:cxnSpMkLst>
        </pc:cxnChg>
        <pc:cxnChg chg="add mod">
          <ac:chgData name="Sanchez Ricol, Aida" userId="1cc2c45a-f019-4df4-a664-57a6d0f86b9a" providerId="ADAL" clId="{7A61BBB9-52A2-5249-ADC6-1FF2D97CF9F2}" dt="2026-03-22T14:18:32.712" v="360" actId="1076"/>
          <ac:cxnSpMkLst>
            <pc:docMk/>
            <pc:sldMk cId="1760437489" sldId="268"/>
            <ac:cxnSpMk id="31" creationId="{EDABEC70-D600-92AE-7ED8-C31B4DBD19DD}"/>
          </ac:cxnSpMkLst>
        </pc:cxnChg>
        <pc:cxnChg chg="add mod">
          <ac:chgData name="Sanchez Ricol, Aida" userId="1cc2c45a-f019-4df4-a664-57a6d0f86b9a" providerId="ADAL" clId="{7A61BBB9-52A2-5249-ADC6-1FF2D97CF9F2}" dt="2026-03-22T14:27:12.665" v="489" actId="1076"/>
          <ac:cxnSpMkLst>
            <pc:docMk/>
            <pc:sldMk cId="1760437489" sldId="268"/>
            <ac:cxnSpMk id="33" creationId="{61BC722A-93B3-2FF6-162F-83351C2708C0}"/>
          </ac:cxnSpMkLst>
        </pc:cxnChg>
        <pc:cxnChg chg="add mod">
          <ac:chgData name="Sanchez Ricol, Aida" userId="1cc2c45a-f019-4df4-a664-57a6d0f86b9a" providerId="ADAL" clId="{7A61BBB9-52A2-5249-ADC6-1FF2D97CF9F2}" dt="2026-03-22T14:22:11.230" v="474" actId="1076"/>
          <ac:cxnSpMkLst>
            <pc:docMk/>
            <pc:sldMk cId="1760437489" sldId="268"/>
            <ac:cxnSpMk id="37" creationId="{5FF7EF03-D972-0F01-AAF8-98113B400895}"/>
          </ac:cxnSpMkLst>
        </pc:cxnChg>
      </pc:sldChg>
      <pc:sldChg chg="addSp delSp modSp add mod modAnim">
        <pc:chgData name="Sanchez Ricol, Aida" userId="1cc2c45a-f019-4df4-a664-57a6d0f86b9a" providerId="ADAL" clId="{7A61BBB9-52A2-5249-ADC6-1FF2D97CF9F2}" dt="2026-03-24T21:16:31.458" v="3650"/>
        <pc:sldMkLst>
          <pc:docMk/>
          <pc:sldMk cId="879843246" sldId="269"/>
        </pc:sldMkLst>
        <pc:spChg chg="add mod">
          <ac:chgData name="Sanchez Ricol, Aida" userId="1cc2c45a-f019-4df4-a664-57a6d0f86b9a" providerId="ADAL" clId="{7A61BBB9-52A2-5249-ADC6-1FF2D97CF9F2}" dt="2026-03-22T16:13:49.112" v="1485" actId="20577"/>
          <ac:spMkLst>
            <pc:docMk/>
            <pc:sldMk cId="879843246" sldId="269"/>
            <ac:spMk id="7" creationId="{69DB8A3D-2F9A-4BCF-8D8D-3C11C04CF99F}"/>
          </ac:spMkLst>
        </pc:spChg>
        <pc:spChg chg="add mod">
          <ac:chgData name="Sanchez Ricol, Aida" userId="1cc2c45a-f019-4df4-a664-57a6d0f86b9a" providerId="ADAL" clId="{7A61BBB9-52A2-5249-ADC6-1FF2D97CF9F2}" dt="2026-03-24T21:16:08.664" v="3647" actId="20577"/>
          <ac:spMkLst>
            <pc:docMk/>
            <pc:sldMk cId="879843246" sldId="269"/>
            <ac:spMk id="9" creationId="{184F67AE-A2F1-C36F-2DB9-09202CD43679}"/>
          </ac:spMkLst>
        </pc:spChg>
        <pc:spChg chg="mod">
          <ac:chgData name="Sanchez Ricol, Aida" userId="1cc2c45a-f019-4df4-a664-57a6d0f86b9a" providerId="ADAL" clId="{7A61BBB9-52A2-5249-ADC6-1FF2D97CF9F2}" dt="2026-03-22T14:28:57.461" v="512" actId="20577"/>
          <ac:spMkLst>
            <pc:docMk/>
            <pc:sldMk cId="879843246" sldId="269"/>
            <ac:spMk id="11" creationId="{4831CB64-5CBB-A986-2CBF-AFFE1D381116}"/>
          </ac:spMkLst>
        </pc:spChg>
        <pc:spChg chg="add mod">
          <ac:chgData name="Sanchez Ricol, Aida" userId="1cc2c45a-f019-4df4-a664-57a6d0f86b9a" providerId="ADAL" clId="{7A61BBB9-52A2-5249-ADC6-1FF2D97CF9F2}" dt="2026-03-22T19:10:05.775" v="2266" actId="14100"/>
          <ac:spMkLst>
            <pc:docMk/>
            <pc:sldMk cId="879843246" sldId="269"/>
            <ac:spMk id="19" creationId="{689BA782-7A74-1058-FE08-5DA2E0FEFADD}"/>
          </ac:spMkLst>
        </pc:spChg>
        <pc:picChg chg="add mod modCrop">
          <ac:chgData name="Sanchez Ricol, Aida" userId="1cc2c45a-f019-4df4-a664-57a6d0f86b9a" providerId="ADAL" clId="{7A61BBB9-52A2-5249-ADC6-1FF2D97CF9F2}" dt="2026-03-24T20:44:14.004" v="3499" actId="1076"/>
          <ac:picMkLst>
            <pc:docMk/>
            <pc:sldMk cId="879843246" sldId="269"/>
            <ac:picMk id="2" creationId="{3DDD0EDC-EDCD-6BEB-2D12-014D80437F9A}"/>
          </ac:picMkLst>
        </pc:picChg>
        <pc:picChg chg="add mod">
          <ac:chgData name="Sanchez Ricol, Aida" userId="1cc2c45a-f019-4df4-a664-57a6d0f86b9a" providerId="ADAL" clId="{7A61BBB9-52A2-5249-ADC6-1FF2D97CF9F2}" dt="2026-03-22T16:14:04.507" v="1488" actId="1076"/>
          <ac:picMkLst>
            <pc:docMk/>
            <pc:sldMk cId="879843246" sldId="269"/>
            <ac:picMk id="12" creationId="{91EE5F51-A9B3-DD45-1878-19C4AFEE3A22}"/>
          </ac:picMkLst>
        </pc:picChg>
        <pc:picChg chg="add mod">
          <ac:chgData name="Sanchez Ricol, Aida" userId="1cc2c45a-f019-4df4-a664-57a6d0f86b9a" providerId="ADAL" clId="{7A61BBB9-52A2-5249-ADC6-1FF2D97CF9F2}" dt="2026-03-22T19:08:09.944" v="2188" actId="1076"/>
          <ac:picMkLst>
            <pc:docMk/>
            <pc:sldMk cId="879843246" sldId="269"/>
            <ac:picMk id="15" creationId="{D7E5EF53-8604-5B12-9581-C001AAF75952}"/>
          </ac:picMkLst>
        </pc:picChg>
      </pc:sldChg>
      <pc:sldChg chg="addSp delSp modSp add mod modAnim">
        <pc:chgData name="Sanchez Ricol, Aida" userId="1cc2c45a-f019-4df4-a664-57a6d0f86b9a" providerId="ADAL" clId="{7A61BBB9-52A2-5249-ADC6-1FF2D97CF9F2}" dt="2026-03-25T17:06:22.567" v="4695"/>
        <pc:sldMkLst>
          <pc:docMk/>
          <pc:sldMk cId="3335277075" sldId="270"/>
        </pc:sldMkLst>
        <pc:spChg chg="add mod">
          <ac:chgData name="Sanchez Ricol, Aida" userId="1cc2c45a-f019-4df4-a664-57a6d0f86b9a" providerId="ADAL" clId="{7A61BBB9-52A2-5249-ADC6-1FF2D97CF9F2}" dt="2026-03-25T17:06:22.567" v="4695"/>
          <ac:spMkLst>
            <pc:docMk/>
            <pc:sldMk cId="3335277075" sldId="270"/>
            <ac:spMk id="2" creationId="{1FB82169-EAD7-656C-2FA4-9966F5E529FB}"/>
          </ac:spMkLst>
        </pc:spChg>
        <pc:spChg chg="add mod">
          <ac:chgData name="Sanchez Ricol, Aida" userId="1cc2c45a-f019-4df4-a664-57a6d0f86b9a" providerId="ADAL" clId="{7A61BBB9-52A2-5249-ADC6-1FF2D97CF9F2}" dt="2026-03-22T15:42:58.260" v="959" actId="1076"/>
          <ac:spMkLst>
            <pc:docMk/>
            <pc:sldMk cId="3335277075" sldId="270"/>
            <ac:spMk id="10" creationId="{34CD4F55-BB99-9A91-96F9-E80F1ED8E381}"/>
          </ac:spMkLst>
        </pc:spChg>
        <pc:spChg chg="add mod">
          <ac:chgData name="Sanchez Ricol, Aida" userId="1cc2c45a-f019-4df4-a664-57a6d0f86b9a" providerId="ADAL" clId="{7A61BBB9-52A2-5249-ADC6-1FF2D97CF9F2}" dt="2026-03-22T15:46:59.597" v="1037" actId="1076"/>
          <ac:spMkLst>
            <pc:docMk/>
            <pc:sldMk cId="3335277075" sldId="270"/>
            <ac:spMk id="12" creationId="{0CCEF0CA-D85A-5EC1-312E-DFFC8BD9283D}"/>
          </ac:spMkLst>
        </pc:spChg>
        <pc:spChg chg="add mod">
          <ac:chgData name="Sanchez Ricol, Aida" userId="1cc2c45a-f019-4df4-a664-57a6d0f86b9a" providerId="ADAL" clId="{7A61BBB9-52A2-5249-ADC6-1FF2D97CF9F2}" dt="2026-03-24T21:14:19.847" v="3629" actId="1076"/>
          <ac:spMkLst>
            <pc:docMk/>
            <pc:sldMk cId="3335277075" sldId="270"/>
            <ac:spMk id="18" creationId="{B381C51E-2601-1C09-6E06-D6CE88E2B635}"/>
          </ac:spMkLst>
        </pc:spChg>
        <pc:spChg chg="add mod">
          <ac:chgData name="Sanchez Ricol, Aida" userId="1cc2c45a-f019-4df4-a664-57a6d0f86b9a" providerId="ADAL" clId="{7A61BBB9-52A2-5249-ADC6-1FF2D97CF9F2}" dt="2026-03-22T15:49:44.915" v="1092"/>
          <ac:spMkLst>
            <pc:docMk/>
            <pc:sldMk cId="3335277075" sldId="270"/>
            <ac:spMk id="20" creationId="{439B43A0-CF8D-0755-311E-6ED13C781386}"/>
          </ac:spMkLst>
        </pc:spChg>
        <pc:spChg chg="add mod">
          <ac:chgData name="Sanchez Ricol, Aida" userId="1cc2c45a-f019-4df4-a664-57a6d0f86b9a" providerId="ADAL" clId="{7A61BBB9-52A2-5249-ADC6-1FF2D97CF9F2}" dt="2026-03-24T20:58:40.756" v="3527" actId="13822"/>
          <ac:spMkLst>
            <pc:docMk/>
            <pc:sldMk cId="3335277075" sldId="270"/>
            <ac:spMk id="23" creationId="{D1DB1B27-D282-8BCE-1A99-88CE69DC55E5}"/>
          </ac:spMkLst>
        </pc:spChg>
        <pc:spChg chg="add mod">
          <ac:chgData name="Sanchez Ricol, Aida" userId="1cc2c45a-f019-4df4-a664-57a6d0f86b9a" providerId="ADAL" clId="{7A61BBB9-52A2-5249-ADC6-1FF2D97CF9F2}" dt="2026-03-22T16:09:58.067" v="1424"/>
          <ac:spMkLst>
            <pc:docMk/>
            <pc:sldMk cId="3335277075" sldId="270"/>
            <ac:spMk id="38" creationId="{94C37238-50CD-5B39-B97D-5B6B196CA16A}"/>
          </ac:spMkLst>
        </pc:spChg>
        <pc:picChg chg="add mod">
          <ac:chgData name="Sanchez Ricol, Aida" userId="1cc2c45a-f019-4df4-a664-57a6d0f86b9a" providerId="ADAL" clId="{7A61BBB9-52A2-5249-ADC6-1FF2D97CF9F2}" dt="2026-03-22T15:40:17.793" v="934" actId="14100"/>
          <ac:picMkLst>
            <pc:docMk/>
            <pc:sldMk cId="3335277075" sldId="270"/>
            <ac:picMk id="8" creationId="{550BE9E2-6D41-A520-8D49-E9511ED90C6D}"/>
          </ac:picMkLst>
        </pc:picChg>
        <pc:picChg chg="add mod">
          <ac:chgData name="Sanchez Ricol, Aida" userId="1cc2c45a-f019-4df4-a664-57a6d0f86b9a" providerId="ADAL" clId="{7A61BBB9-52A2-5249-ADC6-1FF2D97CF9F2}" dt="2026-03-22T16:10:45.897" v="1433" actId="1076"/>
          <ac:picMkLst>
            <pc:docMk/>
            <pc:sldMk cId="3335277075" sldId="270"/>
            <ac:picMk id="21" creationId="{9223A941-4E3E-A57B-2A34-B4093A076177}"/>
          </ac:picMkLst>
        </pc:picChg>
        <pc:cxnChg chg="add mod">
          <ac:chgData name="Sanchez Ricol, Aida" userId="1cc2c45a-f019-4df4-a664-57a6d0f86b9a" providerId="ADAL" clId="{7A61BBB9-52A2-5249-ADC6-1FF2D97CF9F2}" dt="2026-03-22T15:51:23.622" v="1161" actId="1076"/>
          <ac:cxnSpMkLst>
            <pc:docMk/>
            <pc:sldMk cId="3335277075" sldId="270"/>
            <ac:cxnSpMk id="24" creationId="{050B02AB-16DE-AB24-60A3-3BA0457FF01D}"/>
          </ac:cxnSpMkLst>
        </pc:cxnChg>
      </pc:sldChg>
      <pc:sldChg chg="addSp delSp modSp add mod delAnim modAnim">
        <pc:chgData name="Sanchez Ricol, Aida" userId="1cc2c45a-f019-4df4-a664-57a6d0f86b9a" providerId="ADAL" clId="{7A61BBB9-52A2-5249-ADC6-1FF2D97CF9F2}" dt="2026-03-25T13:11:23.414" v="4141"/>
        <pc:sldMkLst>
          <pc:docMk/>
          <pc:sldMk cId="1820470659" sldId="271"/>
        </pc:sldMkLst>
        <pc:spChg chg="add mod">
          <ac:chgData name="Sanchez Ricol, Aida" userId="1cc2c45a-f019-4df4-a664-57a6d0f86b9a" providerId="ADAL" clId="{7A61BBB9-52A2-5249-ADC6-1FF2D97CF9F2}" dt="2026-03-22T17:17:41.001" v="1856" actId="20577"/>
          <ac:spMkLst>
            <pc:docMk/>
            <pc:sldMk cId="1820470659" sldId="271"/>
            <ac:spMk id="9" creationId="{A576429A-AA77-B6E7-5CBB-0746C6B9AA1E}"/>
          </ac:spMkLst>
        </pc:spChg>
        <pc:spChg chg="add mod">
          <ac:chgData name="Sanchez Ricol, Aida" userId="1cc2c45a-f019-4df4-a664-57a6d0f86b9a" providerId="ADAL" clId="{7A61BBB9-52A2-5249-ADC6-1FF2D97CF9F2}" dt="2026-03-22T17:17:39.045" v="1854" actId="20577"/>
          <ac:spMkLst>
            <pc:docMk/>
            <pc:sldMk cId="1820470659" sldId="271"/>
            <ac:spMk id="13" creationId="{606C2B01-7EEE-5786-523E-520C876C2908}"/>
          </ac:spMkLst>
        </pc:spChg>
        <pc:spChg chg="mod">
          <ac:chgData name="Sanchez Ricol, Aida" userId="1cc2c45a-f019-4df4-a664-57a6d0f86b9a" providerId="ADAL" clId="{7A61BBB9-52A2-5249-ADC6-1FF2D97CF9F2}" dt="2026-03-25T13:00:40.932" v="4057" actId="14100"/>
          <ac:spMkLst>
            <pc:docMk/>
            <pc:sldMk cId="1820470659" sldId="271"/>
            <ac:spMk id="16" creationId="{444C2717-BF70-C8E3-B534-6A7E212F09A5}"/>
          </ac:spMkLst>
        </pc:spChg>
        <pc:spChg chg="add mod">
          <ac:chgData name="Sanchez Ricol, Aida" userId="1cc2c45a-f019-4df4-a664-57a6d0f86b9a" providerId="ADAL" clId="{7A61BBB9-52A2-5249-ADC6-1FF2D97CF9F2}" dt="2026-03-22T17:17:36.831" v="1852" actId="20577"/>
          <ac:spMkLst>
            <pc:docMk/>
            <pc:sldMk cId="1820470659" sldId="271"/>
            <ac:spMk id="17" creationId="{FB2EE462-7C42-F6EE-825A-FEF9D297A890}"/>
          </ac:spMkLst>
        </pc:spChg>
        <pc:spChg chg="mod">
          <ac:chgData name="Sanchez Ricol, Aida" userId="1cc2c45a-f019-4df4-a664-57a6d0f86b9a" providerId="ADAL" clId="{7A61BBB9-52A2-5249-ADC6-1FF2D97CF9F2}" dt="2026-03-24T20:58:44.883" v="3528" actId="13822"/>
          <ac:spMkLst>
            <pc:docMk/>
            <pc:sldMk cId="1820470659" sldId="271"/>
            <ac:spMk id="23" creationId="{38CF8D71-A5F2-7BEC-3ADD-4C06ACA7011F}"/>
          </ac:spMkLst>
        </pc:spChg>
        <pc:spChg chg="add mod">
          <ac:chgData name="Sanchez Ricol, Aida" userId="1cc2c45a-f019-4df4-a664-57a6d0f86b9a" providerId="ADAL" clId="{7A61BBB9-52A2-5249-ADC6-1FF2D97CF9F2}" dt="2026-03-25T13:00:50.199" v="4060" actId="1076"/>
          <ac:spMkLst>
            <pc:docMk/>
            <pc:sldMk cId="1820470659" sldId="271"/>
            <ac:spMk id="24" creationId="{2C60C16E-2B72-E486-AE4F-A9604D76E26C}"/>
          </ac:spMkLst>
        </pc:spChg>
        <pc:spChg chg="add mod">
          <ac:chgData name="Sanchez Ricol, Aida" userId="1cc2c45a-f019-4df4-a664-57a6d0f86b9a" providerId="ADAL" clId="{7A61BBB9-52A2-5249-ADC6-1FF2D97CF9F2}" dt="2026-03-22T16:10:12.048" v="1426" actId="1076"/>
          <ac:spMkLst>
            <pc:docMk/>
            <pc:sldMk cId="1820470659" sldId="271"/>
            <ac:spMk id="26" creationId="{192AA6EF-872E-670C-901E-FC1EF79D6D4C}"/>
          </ac:spMkLst>
        </pc:spChg>
        <pc:spChg chg="add mod">
          <ac:chgData name="Sanchez Ricol, Aida" userId="1cc2c45a-f019-4df4-a664-57a6d0f86b9a" providerId="ADAL" clId="{7A61BBB9-52A2-5249-ADC6-1FF2D97CF9F2}" dt="2026-03-25T13:00:44.282" v="4058" actId="1076"/>
          <ac:spMkLst>
            <pc:docMk/>
            <pc:sldMk cId="1820470659" sldId="271"/>
            <ac:spMk id="28" creationId="{4CF38A6D-E124-2BA0-686D-AF749E9BC794}"/>
          </ac:spMkLst>
        </pc:spChg>
        <pc:spChg chg="add mod">
          <ac:chgData name="Sanchez Ricol, Aida" userId="1cc2c45a-f019-4df4-a664-57a6d0f86b9a" providerId="ADAL" clId="{7A61BBB9-52A2-5249-ADC6-1FF2D97CF9F2}" dt="2026-03-25T13:00:47.107" v="4059" actId="1076"/>
          <ac:spMkLst>
            <pc:docMk/>
            <pc:sldMk cId="1820470659" sldId="271"/>
            <ac:spMk id="29" creationId="{F983B5C1-D1A3-7297-FD41-1B0DF46C2A57}"/>
          </ac:spMkLst>
        </pc:spChg>
        <pc:spChg chg="add mod">
          <ac:chgData name="Sanchez Ricol, Aida" userId="1cc2c45a-f019-4df4-a664-57a6d0f86b9a" providerId="ADAL" clId="{7A61BBB9-52A2-5249-ADC6-1FF2D97CF9F2}" dt="2026-03-22T17:20:17.194" v="1895" actId="1076"/>
          <ac:spMkLst>
            <pc:docMk/>
            <pc:sldMk cId="1820470659" sldId="271"/>
            <ac:spMk id="31" creationId="{C88B2DBC-03EB-E3FB-2E43-3C3C16BF3C59}"/>
          </ac:spMkLst>
        </pc:spChg>
        <pc:picChg chg="add mod">
          <ac:chgData name="Sanchez Ricol, Aida" userId="1cc2c45a-f019-4df4-a664-57a6d0f86b9a" providerId="ADAL" clId="{7A61BBB9-52A2-5249-ADC6-1FF2D97CF9F2}" dt="2026-03-25T12:59:34.207" v="4021" actId="1076"/>
          <ac:picMkLst>
            <pc:docMk/>
            <pc:sldMk cId="1820470659" sldId="271"/>
            <ac:picMk id="7" creationId="{EDBE01DC-38CE-8433-FFEF-2F4B2BED7AA0}"/>
          </ac:picMkLst>
        </pc:picChg>
        <pc:picChg chg="add mod">
          <ac:chgData name="Sanchez Ricol, Aida" userId="1cc2c45a-f019-4df4-a664-57a6d0f86b9a" providerId="ADAL" clId="{7A61BBB9-52A2-5249-ADC6-1FF2D97CF9F2}" dt="2026-03-25T12:59:31.384" v="4020" actId="1076"/>
          <ac:picMkLst>
            <pc:docMk/>
            <pc:sldMk cId="1820470659" sldId="271"/>
            <ac:picMk id="10" creationId="{81EB1945-866B-3EE5-6B6A-FA334D228276}"/>
          </ac:picMkLst>
        </pc:picChg>
        <pc:picChg chg="add mod">
          <ac:chgData name="Sanchez Ricol, Aida" userId="1cc2c45a-f019-4df4-a664-57a6d0f86b9a" providerId="ADAL" clId="{7A61BBB9-52A2-5249-ADC6-1FF2D97CF9F2}" dt="2026-03-25T12:59:29.316" v="4019" actId="1076"/>
          <ac:picMkLst>
            <pc:docMk/>
            <pc:sldMk cId="1820470659" sldId="271"/>
            <ac:picMk id="14" creationId="{A4A2009B-CDEE-E008-4659-994CB170C735}"/>
          </ac:picMkLst>
        </pc:picChg>
        <pc:picChg chg="add mod">
          <ac:chgData name="Sanchez Ricol, Aida" userId="1cc2c45a-f019-4df4-a664-57a6d0f86b9a" providerId="ADAL" clId="{7A61BBB9-52A2-5249-ADC6-1FF2D97CF9F2}" dt="2026-03-25T12:59:28.066" v="4018" actId="1076"/>
          <ac:picMkLst>
            <pc:docMk/>
            <pc:sldMk cId="1820470659" sldId="271"/>
            <ac:picMk id="19" creationId="{9521F2F7-94C2-FE6D-66D3-C87FDB23E81D}"/>
          </ac:picMkLst>
        </pc:picChg>
        <pc:picChg chg="add mod">
          <ac:chgData name="Sanchez Ricol, Aida" userId="1cc2c45a-f019-4df4-a664-57a6d0f86b9a" providerId="ADAL" clId="{7A61BBB9-52A2-5249-ADC6-1FF2D97CF9F2}" dt="2026-03-22T16:10:49.587" v="1435"/>
          <ac:picMkLst>
            <pc:docMk/>
            <pc:sldMk cId="1820470659" sldId="271"/>
            <ac:picMk id="30" creationId="{3B976DAB-B3BE-9049-367F-416AB9F55FF1}"/>
          </ac:picMkLst>
        </pc:picChg>
      </pc:sldChg>
      <pc:sldChg chg="addSp delSp modSp add mod modAnim">
        <pc:chgData name="Sanchez Ricol, Aida" userId="1cc2c45a-f019-4df4-a664-57a6d0f86b9a" providerId="ADAL" clId="{7A61BBB9-52A2-5249-ADC6-1FF2D97CF9F2}" dt="2026-03-24T22:46:20.716" v="3927"/>
        <pc:sldMkLst>
          <pc:docMk/>
          <pc:sldMk cId="2747296356" sldId="272"/>
        </pc:sldMkLst>
        <pc:spChg chg="add mod">
          <ac:chgData name="Sanchez Ricol, Aida" userId="1cc2c45a-f019-4df4-a664-57a6d0f86b9a" providerId="ADAL" clId="{7A61BBB9-52A2-5249-ADC6-1FF2D97CF9F2}" dt="2026-03-24T22:45:06.488" v="3920" actId="1076"/>
          <ac:spMkLst>
            <pc:docMk/>
            <pc:sldMk cId="2747296356" sldId="272"/>
            <ac:spMk id="7" creationId="{39017882-A730-2C16-5948-83A98C9B9F2B}"/>
          </ac:spMkLst>
        </pc:spChg>
        <pc:spChg chg="add mod">
          <ac:chgData name="Sanchez Ricol, Aida" userId="1cc2c45a-f019-4df4-a664-57a6d0f86b9a" providerId="ADAL" clId="{7A61BBB9-52A2-5249-ADC6-1FF2D97CF9F2}" dt="2026-03-24T20:59:03.468" v="3530" actId="13822"/>
          <ac:spMkLst>
            <pc:docMk/>
            <pc:sldMk cId="2747296356" sldId="272"/>
            <ac:spMk id="9" creationId="{1B4C0563-30C1-34CE-523B-DFC361EE606B}"/>
          </ac:spMkLst>
        </pc:spChg>
        <pc:spChg chg="mod">
          <ac:chgData name="Sanchez Ricol, Aida" userId="1cc2c45a-f019-4df4-a664-57a6d0f86b9a" providerId="ADAL" clId="{7A61BBB9-52A2-5249-ADC6-1FF2D97CF9F2}" dt="2026-03-24T22:39:32.765" v="3739" actId="20577"/>
          <ac:spMkLst>
            <pc:docMk/>
            <pc:sldMk cId="2747296356" sldId="272"/>
            <ac:spMk id="10" creationId="{9512A40E-793C-4594-CD8C-5944CCF1F50F}"/>
          </ac:spMkLst>
        </pc:spChg>
        <pc:spChg chg="mod">
          <ac:chgData name="Sanchez Ricol, Aida" userId="1cc2c45a-f019-4df4-a664-57a6d0f86b9a" providerId="ADAL" clId="{7A61BBB9-52A2-5249-ADC6-1FF2D97CF9F2}" dt="2026-03-22T17:02:57.574" v="1742" actId="20577"/>
          <ac:spMkLst>
            <pc:docMk/>
            <pc:sldMk cId="2747296356" sldId="272"/>
            <ac:spMk id="11" creationId="{6DA37A7D-9EDB-A7DE-3174-0A92AB61A99D}"/>
          </ac:spMkLst>
        </pc:spChg>
        <pc:spChg chg="mod">
          <ac:chgData name="Sanchez Ricol, Aida" userId="1cc2c45a-f019-4df4-a664-57a6d0f86b9a" providerId="ADAL" clId="{7A61BBB9-52A2-5249-ADC6-1FF2D97CF9F2}" dt="2026-03-24T22:39:42.734" v="3740" actId="1076"/>
          <ac:spMkLst>
            <pc:docMk/>
            <pc:sldMk cId="2747296356" sldId="272"/>
            <ac:spMk id="12" creationId="{B273B7E8-04D4-F9AB-58E0-BD29A67CCF2B}"/>
          </ac:spMkLst>
        </pc:spChg>
        <pc:spChg chg="mod">
          <ac:chgData name="Sanchez Ricol, Aida" userId="1cc2c45a-f019-4df4-a664-57a6d0f86b9a" providerId="ADAL" clId="{7A61BBB9-52A2-5249-ADC6-1FF2D97CF9F2}" dt="2026-03-24T22:39:42.734" v="3740" actId="1076"/>
          <ac:spMkLst>
            <pc:docMk/>
            <pc:sldMk cId="2747296356" sldId="272"/>
            <ac:spMk id="18" creationId="{4473AA01-9BD2-E495-56DC-3BC4F8ADE12B}"/>
          </ac:spMkLst>
        </pc:spChg>
        <pc:picChg chg="add mod">
          <ac:chgData name="Sanchez Ricol, Aida" userId="1cc2c45a-f019-4df4-a664-57a6d0f86b9a" providerId="ADAL" clId="{7A61BBB9-52A2-5249-ADC6-1FF2D97CF9F2}" dt="2026-03-22T17:09:30.661" v="1813" actId="1076"/>
          <ac:picMkLst>
            <pc:docMk/>
            <pc:sldMk cId="2747296356" sldId="272"/>
            <ac:picMk id="3" creationId="{E49CE8CE-16CE-600A-E1E9-1E005F7F4918}"/>
          </ac:picMkLst>
        </pc:picChg>
        <pc:cxnChg chg="add mod">
          <ac:chgData name="Sanchez Ricol, Aida" userId="1cc2c45a-f019-4df4-a664-57a6d0f86b9a" providerId="ADAL" clId="{7A61BBB9-52A2-5249-ADC6-1FF2D97CF9F2}" dt="2026-03-22T17:09:43.304" v="1815" actId="1076"/>
          <ac:cxnSpMkLst>
            <pc:docMk/>
            <pc:sldMk cId="2747296356" sldId="272"/>
            <ac:cxnSpMk id="13" creationId="{C361B43B-FEBD-0CA8-2606-80C0940D1CA6}"/>
          </ac:cxnSpMkLst>
        </pc:cxnChg>
      </pc:sldChg>
      <pc:sldChg chg="addSp delSp modSp add mod delAnim modAnim">
        <pc:chgData name="Sanchez Ricol, Aida" userId="1cc2c45a-f019-4df4-a664-57a6d0f86b9a" providerId="ADAL" clId="{7A61BBB9-52A2-5249-ADC6-1FF2D97CF9F2}" dt="2026-03-25T13:10:45.049" v="4134"/>
        <pc:sldMkLst>
          <pc:docMk/>
          <pc:sldMk cId="3860716999" sldId="273"/>
        </pc:sldMkLst>
        <pc:spChg chg="add mod">
          <ac:chgData name="Sanchez Ricol, Aida" userId="1cc2c45a-f019-4df4-a664-57a6d0f86b9a" providerId="ADAL" clId="{7A61BBB9-52A2-5249-ADC6-1FF2D97CF9F2}" dt="2026-03-25T13:10:19.598" v="4129"/>
          <ac:spMkLst>
            <pc:docMk/>
            <pc:sldMk cId="3860716999" sldId="273"/>
            <ac:spMk id="14" creationId="{CA67EB27-DEC7-978A-D0F0-3083823C6310}"/>
          </ac:spMkLst>
        </pc:spChg>
        <pc:spChg chg="add mod">
          <ac:chgData name="Sanchez Ricol, Aida" userId="1cc2c45a-f019-4df4-a664-57a6d0f86b9a" providerId="ADAL" clId="{7A61BBB9-52A2-5249-ADC6-1FF2D97CF9F2}" dt="2026-03-24T22:45:42.718" v="3926" actId="20577"/>
          <ac:spMkLst>
            <pc:docMk/>
            <pc:sldMk cId="3860716999" sldId="273"/>
            <ac:spMk id="17" creationId="{7A36AC1D-C398-D7CA-842C-DEDB7F5F4735}"/>
          </ac:spMkLst>
        </pc:spChg>
        <pc:spChg chg="add mod">
          <ac:chgData name="Sanchez Ricol, Aida" userId="1cc2c45a-f019-4df4-a664-57a6d0f86b9a" providerId="ADAL" clId="{7A61BBB9-52A2-5249-ADC6-1FF2D97CF9F2}" dt="2026-03-22T17:23:15.185" v="1915" actId="1076"/>
          <ac:spMkLst>
            <pc:docMk/>
            <pc:sldMk cId="3860716999" sldId="273"/>
            <ac:spMk id="21" creationId="{6C56FD15-E031-8A02-FA5C-66D0BD1B7217}"/>
          </ac:spMkLst>
        </pc:spChg>
        <pc:spChg chg="add mod">
          <ac:chgData name="Sanchez Ricol, Aida" userId="1cc2c45a-f019-4df4-a664-57a6d0f86b9a" providerId="ADAL" clId="{7A61BBB9-52A2-5249-ADC6-1FF2D97CF9F2}" dt="2026-03-22T18:54:14.574" v="1928" actId="1076"/>
          <ac:spMkLst>
            <pc:docMk/>
            <pc:sldMk cId="3860716999" sldId="273"/>
            <ac:spMk id="22" creationId="{DCF17A88-2990-8A91-A152-538511B3EFE4}"/>
          </ac:spMkLst>
        </pc:spChg>
        <pc:spChg chg="mod">
          <ac:chgData name="Sanchez Ricol, Aida" userId="1cc2c45a-f019-4df4-a664-57a6d0f86b9a" providerId="ADAL" clId="{7A61BBB9-52A2-5249-ADC6-1FF2D97CF9F2}" dt="2026-03-22T17:23:11.828" v="1914" actId="14100"/>
          <ac:spMkLst>
            <pc:docMk/>
            <pc:sldMk cId="3860716999" sldId="273"/>
            <ac:spMk id="38" creationId="{65BDB9A4-A69F-CE8A-E046-AA6E534BBFC0}"/>
          </ac:spMkLst>
        </pc:spChg>
        <pc:picChg chg="add mod">
          <ac:chgData name="Sanchez Ricol, Aida" userId="1cc2c45a-f019-4df4-a664-57a6d0f86b9a" providerId="ADAL" clId="{7A61BBB9-52A2-5249-ADC6-1FF2D97CF9F2}" dt="2026-03-25T13:04:01.330" v="4084" actId="1076"/>
          <ac:picMkLst>
            <pc:docMk/>
            <pc:sldMk cId="3860716999" sldId="273"/>
            <ac:picMk id="12" creationId="{BD8AFAD1-AE1D-1CC3-119D-03F1A35F1072}"/>
          </ac:picMkLst>
        </pc:picChg>
        <pc:picChg chg="add mod">
          <ac:chgData name="Sanchez Ricol, Aida" userId="1cc2c45a-f019-4df4-a664-57a6d0f86b9a" providerId="ADAL" clId="{7A61BBB9-52A2-5249-ADC6-1FF2D97CF9F2}" dt="2026-03-25T13:10:19.598" v="4129"/>
          <ac:picMkLst>
            <pc:docMk/>
            <pc:sldMk cId="3860716999" sldId="273"/>
            <ac:picMk id="13" creationId="{DF56F3E6-1802-F611-150B-2D0B59C9EBEF}"/>
          </ac:picMkLst>
        </pc:picChg>
      </pc:sldChg>
      <pc:sldChg chg="addSp delSp modSp add mod delAnim modAnim">
        <pc:chgData name="Sanchez Ricol, Aida" userId="1cc2c45a-f019-4df4-a664-57a6d0f86b9a" providerId="ADAL" clId="{7A61BBB9-52A2-5249-ADC6-1FF2D97CF9F2}" dt="2026-03-28T13:14:05.417" v="4759" actId="20577"/>
        <pc:sldMkLst>
          <pc:docMk/>
          <pc:sldMk cId="4021637873" sldId="274"/>
        </pc:sldMkLst>
        <pc:spChg chg="add mod">
          <ac:chgData name="Sanchez Ricol, Aida" userId="1cc2c45a-f019-4df4-a664-57a6d0f86b9a" providerId="ADAL" clId="{7A61BBB9-52A2-5249-ADC6-1FF2D97CF9F2}" dt="2026-03-24T21:19:46.541" v="3677" actId="1076"/>
          <ac:spMkLst>
            <pc:docMk/>
            <pc:sldMk cId="4021637873" sldId="274"/>
            <ac:spMk id="2" creationId="{9C376968-CFFE-5EAE-86D9-18AC257FD72C}"/>
          </ac:spMkLst>
        </pc:spChg>
        <pc:spChg chg="mod">
          <ac:chgData name="Sanchez Ricol, Aida" userId="1cc2c45a-f019-4df4-a664-57a6d0f86b9a" providerId="ADAL" clId="{7A61BBB9-52A2-5249-ADC6-1FF2D97CF9F2}" dt="2026-03-22T23:08:20.512" v="2810" actId="1076"/>
          <ac:spMkLst>
            <pc:docMk/>
            <pc:sldMk cId="4021637873" sldId="274"/>
            <ac:spMk id="7" creationId="{0E61D9BF-C29E-2AEC-042E-891B8873E7ED}"/>
          </ac:spMkLst>
        </pc:spChg>
        <pc:spChg chg="add mod">
          <ac:chgData name="Sanchez Ricol, Aida" userId="1cc2c45a-f019-4df4-a664-57a6d0f86b9a" providerId="ADAL" clId="{7A61BBB9-52A2-5249-ADC6-1FF2D97CF9F2}" dt="2026-03-24T21:17:26.750" v="3657" actId="1076"/>
          <ac:spMkLst>
            <pc:docMk/>
            <pc:sldMk cId="4021637873" sldId="274"/>
            <ac:spMk id="10" creationId="{B1CA8718-DCA5-922E-019F-FE0D7F906229}"/>
          </ac:spMkLst>
        </pc:spChg>
        <pc:spChg chg="mod">
          <ac:chgData name="Sanchez Ricol, Aida" userId="1cc2c45a-f019-4df4-a664-57a6d0f86b9a" providerId="ADAL" clId="{7A61BBB9-52A2-5249-ADC6-1FF2D97CF9F2}" dt="2026-03-22T19:06:50.512" v="2185" actId="20577"/>
          <ac:spMkLst>
            <pc:docMk/>
            <pc:sldMk cId="4021637873" sldId="274"/>
            <ac:spMk id="11" creationId="{9D3C6D0D-2BED-D91E-9A39-E9DF3AE66282}"/>
          </ac:spMkLst>
        </pc:spChg>
        <pc:spChg chg="add mod">
          <ac:chgData name="Sanchez Ricol, Aida" userId="1cc2c45a-f019-4df4-a664-57a6d0f86b9a" providerId="ADAL" clId="{7A61BBB9-52A2-5249-ADC6-1FF2D97CF9F2}" dt="2026-03-24T21:17:55.549" v="3660" actId="1076"/>
          <ac:spMkLst>
            <pc:docMk/>
            <pc:sldMk cId="4021637873" sldId="274"/>
            <ac:spMk id="19" creationId="{3FEBE2C6-152A-088B-36D9-ACA343424C13}"/>
          </ac:spMkLst>
        </pc:spChg>
        <pc:spChg chg="add mod">
          <ac:chgData name="Sanchez Ricol, Aida" userId="1cc2c45a-f019-4df4-a664-57a6d0f86b9a" providerId="ADAL" clId="{7A61BBB9-52A2-5249-ADC6-1FF2D97CF9F2}" dt="2026-03-28T13:14:05.417" v="4759" actId="20577"/>
          <ac:spMkLst>
            <pc:docMk/>
            <pc:sldMk cId="4021637873" sldId="274"/>
            <ac:spMk id="23" creationId="{02CFA01F-E233-C2C8-66FB-798C811C1E15}"/>
          </ac:spMkLst>
        </pc:spChg>
        <pc:spChg chg="add mod">
          <ac:chgData name="Sanchez Ricol, Aida" userId="1cc2c45a-f019-4df4-a664-57a6d0f86b9a" providerId="ADAL" clId="{7A61BBB9-52A2-5249-ADC6-1FF2D97CF9F2}" dt="2026-03-22T23:09:04.280" v="2825" actId="1076"/>
          <ac:spMkLst>
            <pc:docMk/>
            <pc:sldMk cId="4021637873" sldId="274"/>
            <ac:spMk id="28" creationId="{A764E04E-5C12-959B-83F2-B5D68FE06802}"/>
          </ac:spMkLst>
        </pc:spChg>
        <pc:spChg chg="add mod">
          <ac:chgData name="Sanchez Ricol, Aida" userId="1cc2c45a-f019-4df4-a664-57a6d0f86b9a" providerId="ADAL" clId="{7A61BBB9-52A2-5249-ADC6-1FF2D97CF9F2}" dt="2026-03-22T23:09:17.378" v="2830" actId="20577"/>
          <ac:spMkLst>
            <pc:docMk/>
            <pc:sldMk cId="4021637873" sldId="274"/>
            <ac:spMk id="29" creationId="{96A5094B-3286-C6D7-91B5-853B4C1E0F6D}"/>
          </ac:spMkLst>
        </pc:spChg>
        <pc:picChg chg="add del mod">
          <ac:chgData name="Sanchez Ricol, Aida" userId="1cc2c45a-f019-4df4-a664-57a6d0f86b9a" providerId="ADAL" clId="{7A61BBB9-52A2-5249-ADC6-1FF2D97CF9F2}" dt="2026-03-28T12:46:31.447" v="4704" actId="478"/>
          <ac:picMkLst>
            <pc:docMk/>
            <pc:sldMk cId="4021637873" sldId="274"/>
            <ac:picMk id="3" creationId="{185ECD2E-27BB-2A7C-9CA7-FDD7332076AA}"/>
          </ac:picMkLst>
        </pc:picChg>
        <pc:picChg chg="add mod">
          <ac:chgData name="Sanchez Ricol, Aida" userId="1cc2c45a-f019-4df4-a664-57a6d0f86b9a" providerId="ADAL" clId="{7A61BBB9-52A2-5249-ADC6-1FF2D97CF9F2}" dt="2026-03-28T12:46:34.577" v="4705" actId="1076"/>
          <ac:picMkLst>
            <pc:docMk/>
            <pc:sldMk cId="4021637873" sldId="274"/>
            <ac:picMk id="9" creationId="{767B816A-9A38-2168-20FF-2BDACC75993D}"/>
          </ac:picMkLst>
        </pc:picChg>
        <pc:picChg chg="add mod">
          <ac:chgData name="Sanchez Ricol, Aida" userId="1cc2c45a-f019-4df4-a664-57a6d0f86b9a" providerId="ADAL" clId="{7A61BBB9-52A2-5249-ADC6-1FF2D97CF9F2}" dt="2026-03-24T21:19:55.808" v="3679" actId="1076"/>
          <ac:picMkLst>
            <pc:docMk/>
            <pc:sldMk cId="4021637873" sldId="274"/>
            <ac:picMk id="14" creationId="{3881B25F-490C-D7EC-F422-ECE907D383E3}"/>
          </ac:picMkLst>
        </pc:picChg>
        <pc:cxnChg chg="add mod">
          <ac:chgData name="Sanchez Ricol, Aida" userId="1cc2c45a-f019-4df4-a664-57a6d0f86b9a" providerId="ADAL" clId="{7A61BBB9-52A2-5249-ADC6-1FF2D97CF9F2}" dt="2026-03-24T21:20:14.537" v="3682" actId="166"/>
          <ac:cxnSpMkLst>
            <pc:docMk/>
            <pc:sldMk cId="4021637873" sldId="274"/>
            <ac:cxnSpMk id="20" creationId="{AE3F4403-D65A-5A27-FA30-DB72C0DD59ED}"/>
          </ac:cxnSpMkLst>
        </pc:cxnChg>
        <pc:cxnChg chg="add mod">
          <ac:chgData name="Sanchez Ricol, Aida" userId="1cc2c45a-f019-4df4-a664-57a6d0f86b9a" providerId="ADAL" clId="{7A61BBB9-52A2-5249-ADC6-1FF2D97CF9F2}" dt="2026-03-22T23:08:27.084" v="2812" actId="1076"/>
          <ac:cxnSpMkLst>
            <pc:docMk/>
            <pc:sldMk cId="4021637873" sldId="274"/>
            <ac:cxnSpMk id="24" creationId="{6C46EE77-5344-C298-1C89-AA2EC7AA7B12}"/>
          </ac:cxnSpMkLst>
        </pc:cxnChg>
        <pc:cxnChg chg="add mod">
          <ac:chgData name="Sanchez Ricol, Aida" userId="1cc2c45a-f019-4df4-a664-57a6d0f86b9a" providerId="ADAL" clId="{7A61BBB9-52A2-5249-ADC6-1FF2D97CF9F2}" dt="2026-03-24T21:20:02.991" v="3680" actId="1076"/>
          <ac:cxnSpMkLst>
            <pc:docMk/>
            <pc:sldMk cId="4021637873" sldId="274"/>
            <ac:cxnSpMk id="26" creationId="{B19CD5C2-436E-E9E9-3BC5-4A85346E451C}"/>
          </ac:cxnSpMkLst>
        </pc:cxnChg>
      </pc:sldChg>
      <pc:sldChg chg="addSp delSp modSp add mod addAnim delAnim modAnim">
        <pc:chgData name="Sanchez Ricol, Aida" userId="1cc2c45a-f019-4df4-a664-57a6d0f86b9a" providerId="ADAL" clId="{7A61BBB9-52A2-5249-ADC6-1FF2D97CF9F2}" dt="2026-03-28T13:05:33.332" v="4749"/>
        <pc:sldMkLst>
          <pc:docMk/>
          <pc:sldMk cId="1040684249" sldId="275"/>
        </pc:sldMkLst>
        <pc:spChg chg="mod">
          <ac:chgData name="Sanchez Ricol, Aida" userId="1cc2c45a-f019-4df4-a664-57a6d0f86b9a" providerId="ADAL" clId="{7A61BBB9-52A2-5249-ADC6-1FF2D97CF9F2}" dt="2026-03-22T23:30:13.105" v="2981" actId="1076"/>
          <ac:spMkLst>
            <pc:docMk/>
            <pc:sldMk cId="1040684249" sldId="275"/>
            <ac:spMk id="7" creationId="{5FC4BD86-C654-8D77-8B29-C77C0E343D69}"/>
          </ac:spMkLst>
        </pc:spChg>
        <pc:spChg chg="mod">
          <ac:chgData name="Sanchez Ricol, Aida" userId="1cc2c45a-f019-4df4-a664-57a6d0f86b9a" providerId="ADAL" clId="{7A61BBB9-52A2-5249-ADC6-1FF2D97CF9F2}" dt="2026-03-22T23:01:20.621" v="2666" actId="20577"/>
          <ac:spMkLst>
            <pc:docMk/>
            <pc:sldMk cId="1040684249" sldId="275"/>
            <ac:spMk id="10" creationId="{6AA2590C-6D0E-E27A-7B26-B1BAB965B040}"/>
          </ac:spMkLst>
        </pc:spChg>
        <pc:spChg chg="mod">
          <ac:chgData name="Sanchez Ricol, Aida" userId="1cc2c45a-f019-4df4-a664-57a6d0f86b9a" providerId="ADAL" clId="{7A61BBB9-52A2-5249-ADC6-1FF2D97CF9F2}" dt="2026-03-22T20:57:04.152" v="2474" actId="20577"/>
          <ac:spMkLst>
            <pc:docMk/>
            <pc:sldMk cId="1040684249" sldId="275"/>
            <ac:spMk id="11" creationId="{B8E23A19-172B-727F-0323-0FF17693965F}"/>
          </ac:spMkLst>
        </pc:spChg>
        <pc:spChg chg="add mod">
          <ac:chgData name="Sanchez Ricol, Aida" userId="1cc2c45a-f019-4df4-a664-57a6d0f86b9a" providerId="ADAL" clId="{7A61BBB9-52A2-5249-ADC6-1FF2D97CF9F2}" dt="2026-03-22T23:04:38.718" v="2743" actId="20577"/>
          <ac:spMkLst>
            <pc:docMk/>
            <pc:sldMk cId="1040684249" sldId="275"/>
            <ac:spMk id="12" creationId="{5AE1B186-E989-6033-E0F6-A8BD1798A0E7}"/>
          </ac:spMkLst>
        </pc:spChg>
        <pc:picChg chg="add mod">
          <ac:chgData name="Sanchez Ricol, Aida" userId="1cc2c45a-f019-4df4-a664-57a6d0f86b9a" providerId="ADAL" clId="{7A61BBB9-52A2-5249-ADC6-1FF2D97CF9F2}" dt="2026-03-28T12:47:00.398" v="4711" actId="1076"/>
          <ac:picMkLst>
            <pc:docMk/>
            <pc:sldMk cId="1040684249" sldId="275"/>
            <ac:picMk id="3" creationId="{22B33A2C-DD02-856D-A6A7-F36578886769}"/>
          </ac:picMkLst>
        </pc:picChg>
        <pc:picChg chg="add del mod">
          <ac:chgData name="Sanchez Ricol, Aida" userId="1cc2c45a-f019-4df4-a664-57a6d0f86b9a" providerId="ADAL" clId="{7A61BBB9-52A2-5249-ADC6-1FF2D97CF9F2}" dt="2026-03-28T12:46:57.192" v="4710" actId="478"/>
          <ac:picMkLst>
            <pc:docMk/>
            <pc:sldMk cId="1040684249" sldId="275"/>
            <ac:picMk id="8" creationId="{3B7D7522-D483-685F-3996-FDBC1CB4672B}"/>
          </ac:picMkLst>
        </pc:picChg>
        <pc:picChg chg="add mod">
          <ac:chgData name="Sanchez Ricol, Aida" userId="1cc2c45a-f019-4df4-a664-57a6d0f86b9a" providerId="ADAL" clId="{7A61BBB9-52A2-5249-ADC6-1FF2D97CF9F2}" dt="2026-03-24T20:52:39.049" v="3517" actId="14100"/>
          <ac:picMkLst>
            <pc:docMk/>
            <pc:sldMk cId="1040684249" sldId="275"/>
            <ac:picMk id="14" creationId="{1A559668-7631-75D3-E0B1-714249B8477D}"/>
          </ac:picMkLst>
        </pc:picChg>
        <pc:picChg chg="add mod">
          <ac:chgData name="Sanchez Ricol, Aida" userId="1cc2c45a-f019-4df4-a664-57a6d0f86b9a" providerId="ADAL" clId="{7A61BBB9-52A2-5249-ADC6-1FF2D97CF9F2}" dt="2026-03-24T20:57:50.320" v="3522" actId="1076"/>
          <ac:picMkLst>
            <pc:docMk/>
            <pc:sldMk cId="1040684249" sldId="275"/>
            <ac:picMk id="15" creationId="{5CF214B3-F0F5-34EB-FA4E-834F3E809681}"/>
          </ac:picMkLst>
        </pc:picChg>
      </pc:sldChg>
      <pc:sldChg chg="addSp delSp modSp add mod addAnim delAnim modAnim">
        <pc:chgData name="Sanchez Ricol, Aida" userId="1cc2c45a-f019-4df4-a664-57a6d0f86b9a" providerId="ADAL" clId="{7A61BBB9-52A2-5249-ADC6-1FF2D97CF9F2}" dt="2026-03-25T13:09:26.254" v="4126"/>
        <pc:sldMkLst>
          <pc:docMk/>
          <pc:sldMk cId="343728134" sldId="276"/>
        </pc:sldMkLst>
        <pc:spChg chg="add mod">
          <ac:chgData name="Sanchez Ricol, Aida" userId="1cc2c45a-f019-4df4-a664-57a6d0f86b9a" providerId="ADAL" clId="{7A61BBB9-52A2-5249-ADC6-1FF2D97CF9F2}" dt="2026-03-25T13:07:55.558" v="4114" actId="1076"/>
          <ac:spMkLst>
            <pc:docMk/>
            <pc:sldMk cId="343728134" sldId="276"/>
            <ac:spMk id="7" creationId="{6A383267-C66E-EAE3-A938-39473CCA2EB5}"/>
          </ac:spMkLst>
        </pc:spChg>
        <pc:spChg chg="mod">
          <ac:chgData name="Sanchez Ricol, Aida" userId="1cc2c45a-f019-4df4-a664-57a6d0f86b9a" providerId="ADAL" clId="{7A61BBB9-52A2-5249-ADC6-1FF2D97CF9F2}" dt="2026-03-22T23:09:54.847" v="2842" actId="20577"/>
          <ac:spMkLst>
            <pc:docMk/>
            <pc:sldMk cId="343728134" sldId="276"/>
            <ac:spMk id="11" creationId="{1DF19004-C8B2-6CA4-3A23-287D78E2BBEF}"/>
          </ac:spMkLst>
        </pc:spChg>
        <pc:spChg chg="mod">
          <ac:chgData name="Sanchez Ricol, Aida" userId="1cc2c45a-f019-4df4-a664-57a6d0f86b9a" providerId="ADAL" clId="{7A61BBB9-52A2-5249-ADC6-1FF2D97CF9F2}" dt="2026-03-22T23:32:48.881" v="3079" actId="1076"/>
          <ac:spMkLst>
            <pc:docMk/>
            <pc:sldMk cId="343728134" sldId="276"/>
            <ac:spMk id="14" creationId="{A51FCFCC-A8F0-D43B-8DC1-A660473A2CE7}"/>
          </ac:spMkLst>
        </pc:spChg>
        <pc:spChg chg="mod">
          <ac:chgData name="Sanchez Ricol, Aida" userId="1cc2c45a-f019-4df4-a664-57a6d0f86b9a" providerId="ADAL" clId="{7A61BBB9-52A2-5249-ADC6-1FF2D97CF9F2}" dt="2026-03-22T23:33:33.471" v="3092" actId="1076"/>
          <ac:spMkLst>
            <pc:docMk/>
            <pc:sldMk cId="343728134" sldId="276"/>
            <ac:spMk id="17" creationId="{60141CEE-16B6-CE13-1A30-9BE14AB5F22E}"/>
          </ac:spMkLst>
        </pc:spChg>
        <pc:spChg chg="add mod">
          <ac:chgData name="Sanchez Ricol, Aida" userId="1cc2c45a-f019-4df4-a664-57a6d0f86b9a" providerId="ADAL" clId="{7A61BBB9-52A2-5249-ADC6-1FF2D97CF9F2}" dt="2026-03-25T13:09:22.937" v="4125" actId="1076"/>
          <ac:spMkLst>
            <pc:docMk/>
            <pc:sldMk cId="343728134" sldId="276"/>
            <ac:spMk id="20" creationId="{665FB7A2-F1FC-72A0-79F2-7FF36F296956}"/>
          </ac:spMkLst>
        </pc:spChg>
        <pc:spChg chg="mod">
          <ac:chgData name="Sanchez Ricol, Aida" userId="1cc2c45a-f019-4df4-a664-57a6d0f86b9a" providerId="ADAL" clId="{7A61BBB9-52A2-5249-ADC6-1FF2D97CF9F2}" dt="2026-03-22T23:51:02.473" v="3370" actId="14100"/>
          <ac:spMkLst>
            <pc:docMk/>
            <pc:sldMk cId="343728134" sldId="276"/>
            <ac:spMk id="21" creationId="{1B1B8CC9-07F4-0500-B3EB-9A215E691224}"/>
          </ac:spMkLst>
        </pc:spChg>
        <pc:spChg chg="mod">
          <ac:chgData name="Sanchez Ricol, Aida" userId="1cc2c45a-f019-4df4-a664-57a6d0f86b9a" providerId="ADAL" clId="{7A61BBB9-52A2-5249-ADC6-1FF2D97CF9F2}" dt="2026-03-22T23:34:19.226" v="3097" actId="1076"/>
          <ac:spMkLst>
            <pc:docMk/>
            <pc:sldMk cId="343728134" sldId="276"/>
            <ac:spMk id="22" creationId="{AD963B84-3364-12CB-59C2-B7C73CA6F5C2}"/>
          </ac:spMkLst>
        </pc:spChg>
        <pc:spChg chg="mod">
          <ac:chgData name="Sanchez Ricol, Aida" userId="1cc2c45a-f019-4df4-a664-57a6d0f86b9a" providerId="ADAL" clId="{7A61BBB9-52A2-5249-ADC6-1FF2D97CF9F2}" dt="2026-03-22T23:33:25.621" v="3090" actId="1076"/>
          <ac:spMkLst>
            <pc:docMk/>
            <pc:sldMk cId="343728134" sldId="276"/>
            <ac:spMk id="27" creationId="{1DF48218-6F4A-FB35-58DC-B7F69A7C6848}"/>
          </ac:spMkLst>
        </pc:spChg>
        <pc:picChg chg="add mod">
          <ac:chgData name="Sanchez Ricol, Aida" userId="1cc2c45a-f019-4df4-a664-57a6d0f86b9a" providerId="ADAL" clId="{7A61BBB9-52A2-5249-ADC6-1FF2D97CF9F2}" dt="2026-03-25T13:04:43.013" v="4089" actId="1076"/>
          <ac:picMkLst>
            <pc:docMk/>
            <pc:sldMk cId="343728134" sldId="276"/>
            <ac:picMk id="3" creationId="{9B429F67-EE8E-8199-EB23-88DE7E39D8B9}"/>
          </ac:picMkLst>
        </pc:picChg>
        <pc:picChg chg="add mod">
          <ac:chgData name="Sanchez Ricol, Aida" userId="1cc2c45a-f019-4df4-a664-57a6d0f86b9a" providerId="ADAL" clId="{7A61BBB9-52A2-5249-ADC6-1FF2D97CF9F2}" dt="2026-03-25T13:07:57.652" v="4115" actId="1076"/>
          <ac:picMkLst>
            <pc:docMk/>
            <pc:sldMk cId="343728134" sldId="276"/>
            <ac:picMk id="8" creationId="{32D7B379-BC0B-9397-2B87-CB21437EE35F}"/>
          </ac:picMkLst>
        </pc:picChg>
        <pc:picChg chg="add mod">
          <ac:chgData name="Sanchez Ricol, Aida" userId="1cc2c45a-f019-4df4-a664-57a6d0f86b9a" providerId="ADAL" clId="{7A61BBB9-52A2-5249-ADC6-1FF2D97CF9F2}" dt="2026-03-25T13:06:00.610" v="4103" actId="1076"/>
          <ac:picMkLst>
            <pc:docMk/>
            <pc:sldMk cId="343728134" sldId="276"/>
            <ac:picMk id="16" creationId="{CF99548E-E5C6-95D6-E6E0-CD80119B39F8}"/>
          </ac:picMkLst>
        </pc:picChg>
        <pc:picChg chg="add mod">
          <ac:chgData name="Sanchez Ricol, Aida" userId="1cc2c45a-f019-4df4-a664-57a6d0f86b9a" providerId="ADAL" clId="{7A61BBB9-52A2-5249-ADC6-1FF2D97CF9F2}" dt="2026-03-25T13:08:56.334" v="4122" actId="1076"/>
          <ac:picMkLst>
            <pc:docMk/>
            <pc:sldMk cId="343728134" sldId="276"/>
            <ac:picMk id="19" creationId="{5F0A9979-21B0-D0E4-FC76-3AE8BFA46AD2}"/>
          </ac:picMkLst>
        </pc:picChg>
      </pc:sldChg>
      <pc:sldChg chg="addSp delSp modSp add mod delAnim modAnim">
        <pc:chgData name="Sanchez Ricol, Aida" userId="1cc2c45a-f019-4df4-a664-57a6d0f86b9a" providerId="ADAL" clId="{7A61BBB9-52A2-5249-ADC6-1FF2D97CF9F2}" dt="2026-03-25T13:09:51.543" v="4128"/>
        <pc:sldMkLst>
          <pc:docMk/>
          <pc:sldMk cId="1804835576" sldId="277"/>
        </pc:sldMkLst>
        <pc:spChg chg="add mod">
          <ac:chgData name="Sanchez Ricol, Aida" userId="1cc2c45a-f019-4df4-a664-57a6d0f86b9a" providerId="ADAL" clId="{7A61BBB9-52A2-5249-ADC6-1FF2D97CF9F2}" dt="2026-03-25T13:08:09.193" v="4118"/>
          <ac:spMkLst>
            <pc:docMk/>
            <pc:sldMk cId="1804835576" sldId="277"/>
            <ac:spMk id="3" creationId="{C430DFDC-ED37-D402-20F7-AD233E4856F1}"/>
          </ac:spMkLst>
        </pc:spChg>
        <pc:spChg chg="mod">
          <ac:chgData name="Sanchez Ricol, Aida" userId="1cc2c45a-f019-4df4-a664-57a6d0f86b9a" providerId="ADAL" clId="{7A61BBB9-52A2-5249-ADC6-1FF2D97CF9F2}" dt="2026-03-22T23:24:50.184" v="2913" actId="20577"/>
          <ac:spMkLst>
            <pc:docMk/>
            <pc:sldMk cId="1804835576" sldId="277"/>
            <ac:spMk id="10" creationId="{3601DD49-ED87-0070-758A-DB74EFB3291E}"/>
          </ac:spMkLst>
        </pc:spChg>
        <pc:spChg chg="mod">
          <ac:chgData name="Sanchez Ricol, Aida" userId="1cc2c45a-f019-4df4-a664-57a6d0f86b9a" providerId="ADAL" clId="{7A61BBB9-52A2-5249-ADC6-1FF2D97CF9F2}" dt="2026-03-22T23:23:28.545" v="2856" actId="20577"/>
          <ac:spMkLst>
            <pc:docMk/>
            <pc:sldMk cId="1804835576" sldId="277"/>
            <ac:spMk id="11" creationId="{8F3E50A9-B39B-62F2-EBC1-3E870CC98E86}"/>
          </ac:spMkLst>
        </pc:spChg>
        <pc:picChg chg="add mod">
          <ac:chgData name="Sanchez Ricol, Aida" userId="1cc2c45a-f019-4df4-a664-57a6d0f86b9a" providerId="ADAL" clId="{7A61BBB9-52A2-5249-ADC6-1FF2D97CF9F2}" dt="2026-03-25T13:08:09.193" v="4118"/>
          <ac:picMkLst>
            <pc:docMk/>
            <pc:sldMk cId="1804835576" sldId="277"/>
            <ac:picMk id="7" creationId="{47F38F18-9441-3490-E242-418E355197D9}"/>
          </ac:picMkLst>
        </pc:picChg>
      </pc:sldChg>
      <pc:sldChg chg="addSp delSp modSp add mod modAnim">
        <pc:chgData name="Sanchez Ricol, Aida" userId="1cc2c45a-f019-4df4-a664-57a6d0f86b9a" providerId="ADAL" clId="{7A61BBB9-52A2-5249-ADC6-1FF2D97CF9F2}" dt="2026-03-24T21:23:40.288" v="3704"/>
        <pc:sldMkLst>
          <pc:docMk/>
          <pc:sldMk cId="2582464495" sldId="278"/>
        </pc:sldMkLst>
        <pc:spChg chg="add mod">
          <ac:chgData name="Sanchez Ricol, Aida" userId="1cc2c45a-f019-4df4-a664-57a6d0f86b9a" providerId="ADAL" clId="{7A61BBB9-52A2-5249-ADC6-1FF2D97CF9F2}" dt="2026-03-22T23:54:05.995" v="3425" actId="1076"/>
          <ac:spMkLst>
            <pc:docMk/>
            <pc:sldMk cId="2582464495" sldId="278"/>
            <ac:spMk id="3" creationId="{BB2CB4F6-A463-0441-85C6-A674B9BA4951}"/>
          </ac:spMkLst>
        </pc:spChg>
        <pc:spChg chg="add mod">
          <ac:chgData name="Sanchez Ricol, Aida" userId="1cc2c45a-f019-4df4-a664-57a6d0f86b9a" providerId="ADAL" clId="{7A61BBB9-52A2-5249-ADC6-1FF2D97CF9F2}" dt="2026-03-24T21:22:58.754" v="3700" actId="14100"/>
          <ac:spMkLst>
            <pc:docMk/>
            <pc:sldMk cId="2582464495" sldId="278"/>
            <ac:spMk id="7" creationId="{B2550D79-1843-A580-942C-C2C04A3B92B0}"/>
          </ac:spMkLst>
        </pc:spChg>
        <pc:spChg chg="mod">
          <ac:chgData name="Sanchez Ricol, Aida" userId="1cc2c45a-f019-4df4-a664-57a6d0f86b9a" providerId="ADAL" clId="{7A61BBB9-52A2-5249-ADC6-1FF2D97CF9F2}" dt="2026-03-22T23:35:40.257" v="3127" actId="20577"/>
          <ac:spMkLst>
            <pc:docMk/>
            <pc:sldMk cId="2582464495" sldId="278"/>
            <ac:spMk id="11" creationId="{141ADF06-0F3E-465E-9D19-2AED7D0FFB32}"/>
          </ac:spMkLst>
        </pc:spChg>
        <pc:spChg chg="mod">
          <ac:chgData name="Sanchez Ricol, Aida" userId="1cc2c45a-f019-4df4-a664-57a6d0f86b9a" providerId="ADAL" clId="{7A61BBB9-52A2-5249-ADC6-1FF2D97CF9F2}" dt="2026-03-24T21:22:50.637" v="3698" actId="20577"/>
          <ac:spMkLst>
            <pc:docMk/>
            <pc:sldMk cId="2582464495" sldId="278"/>
            <ac:spMk id="14" creationId="{DD352964-FBD7-0D5E-B852-973F4BEDA50F}"/>
          </ac:spMkLst>
        </pc:spChg>
        <pc:spChg chg="add mod">
          <ac:chgData name="Sanchez Ricol, Aida" userId="1cc2c45a-f019-4df4-a664-57a6d0f86b9a" providerId="ADAL" clId="{7A61BBB9-52A2-5249-ADC6-1FF2D97CF9F2}" dt="2026-03-22T23:51:34.616" v="3382" actId="1076"/>
          <ac:spMkLst>
            <pc:docMk/>
            <pc:sldMk cId="2582464495" sldId="278"/>
            <ac:spMk id="24" creationId="{1C7F30BD-9FB5-4406-3277-04D32088F8C8}"/>
          </ac:spMkLst>
        </pc:spChg>
        <pc:spChg chg="add mod">
          <ac:chgData name="Sanchez Ricol, Aida" userId="1cc2c45a-f019-4df4-a664-57a6d0f86b9a" providerId="ADAL" clId="{7A61BBB9-52A2-5249-ADC6-1FF2D97CF9F2}" dt="2026-03-22T23:53:43.176" v="3421" actId="1076"/>
          <ac:spMkLst>
            <pc:docMk/>
            <pc:sldMk cId="2582464495" sldId="278"/>
            <ac:spMk id="25" creationId="{2690CF14-DB18-2C5A-B0C1-15B5E2841D44}"/>
          </ac:spMkLst>
        </pc:spChg>
        <pc:spChg chg="add mod">
          <ac:chgData name="Sanchez Ricol, Aida" userId="1cc2c45a-f019-4df4-a664-57a6d0f86b9a" providerId="ADAL" clId="{7A61BBB9-52A2-5249-ADC6-1FF2D97CF9F2}" dt="2026-03-22T23:53:45.229" v="3422" actId="1076"/>
          <ac:spMkLst>
            <pc:docMk/>
            <pc:sldMk cId="2582464495" sldId="278"/>
            <ac:spMk id="26" creationId="{FEFB60C2-41CC-8562-3AA8-9FFFB6A38005}"/>
          </ac:spMkLst>
        </pc:spChg>
        <pc:spChg chg="add mod">
          <ac:chgData name="Sanchez Ricol, Aida" userId="1cc2c45a-f019-4df4-a664-57a6d0f86b9a" providerId="ADAL" clId="{7A61BBB9-52A2-5249-ADC6-1FF2D97CF9F2}" dt="2026-03-22T23:55:15.542" v="3445" actId="1076"/>
          <ac:spMkLst>
            <pc:docMk/>
            <pc:sldMk cId="2582464495" sldId="278"/>
            <ac:spMk id="29" creationId="{F6E42A5C-2D81-4194-2E1E-E257D29E8312}"/>
          </ac:spMkLst>
        </pc:spChg>
        <pc:spChg chg="add mod">
          <ac:chgData name="Sanchez Ricol, Aida" userId="1cc2c45a-f019-4df4-a664-57a6d0f86b9a" providerId="ADAL" clId="{7A61BBB9-52A2-5249-ADC6-1FF2D97CF9F2}" dt="2026-03-22T23:55:59.361" v="3474" actId="1076"/>
          <ac:spMkLst>
            <pc:docMk/>
            <pc:sldMk cId="2582464495" sldId="278"/>
            <ac:spMk id="40" creationId="{F2E7F3E6-C34C-D852-B276-23772C27225D}"/>
          </ac:spMkLst>
        </pc:spChg>
        <pc:picChg chg="add mod">
          <ac:chgData name="Sanchez Ricol, Aida" userId="1cc2c45a-f019-4df4-a664-57a6d0f86b9a" providerId="ADAL" clId="{7A61BBB9-52A2-5249-ADC6-1FF2D97CF9F2}" dt="2026-03-22T23:50:14.583" v="3361" actId="1076"/>
          <ac:picMkLst>
            <pc:docMk/>
            <pc:sldMk cId="2582464495" sldId="278"/>
            <ac:picMk id="19" creationId="{47475554-EFA8-0EB3-CF6F-CABCC71982EB}"/>
          </ac:picMkLst>
        </pc:picChg>
        <pc:picChg chg="add mod">
          <ac:chgData name="Sanchez Ricol, Aida" userId="1cc2c45a-f019-4df4-a664-57a6d0f86b9a" providerId="ADAL" clId="{7A61BBB9-52A2-5249-ADC6-1FF2D97CF9F2}" dt="2026-03-22T23:51:17.650" v="3372" actId="1076"/>
          <ac:picMkLst>
            <pc:docMk/>
            <pc:sldMk cId="2582464495" sldId="278"/>
            <ac:picMk id="23" creationId="{6792526F-0043-471A-1DA6-32EADAFE2945}"/>
          </ac:picMkLst>
        </pc:picChg>
        <pc:cxnChg chg="add mod">
          <ac:chgData name="Sanchez Ricol, Aida" userId="1cc2c45a-f019-4df4-a664-57a6d0f86b9a" providerId="ADAL" clId="{7A61BBB9-52A2-5249-ADC6-1FF2D97CF9F2}" dt="2026-03-22T23:55:20.034" v="3446" actId="14100"/>
          <ac:cxnSpMkLst>
            <pc:docMk/>
            <pc:sldMk cId="2582464495" sldId="278"/>
            <ac:cxnSpMk id="30" creationId="{554868E1-F3E6-0B26-F4D6-C70693D29808}"/>
          </ac:cxnSpMkLst>
        </pc:cxnChg>
        <pc:cxnChg chg="add mod">
          <ac:chgData name="Sanchez Ricol, Aida" userId="1cc2c45a-f019-4df4-a664-57a6d0f86b9a" providerId="ADAL" clId="{7A61BBB9-52A2-5249-ADC6-1FF2D97CF9F2}" dt="2026-03-22T23:55:52.054" v="3471" actId="14100"/>
          <ac:cxnSpMkLst>
            <pc:docMk/>
            <pc:sldMk cId="2582464495" sldId="278"/>
            <ac:cxnSpMk id="33" creationId="{57AA4F40-9EF9-CCAC-1A8C-6F9F923EF37D}"/>
          </ac:cxnSpMkLst>
        </pc:cxnChg>
      </pc:sldChg>
    </pc:docChg>
  </pc:docChgLst>
</pc:chgInfo>
</file>

<file path=ppt/comments/modernComment_10C_68EE24F1.xml><?xml version="1.0" encoding="utf-8"?>
<p188:cmLst xmlns:a="http://schemas.openxmlformats.org/drawingml/2006/main" xmlns:r="http://schemas.openxmlformats.org/officeDocument/2006/relationships" xmlns:p188="http://schemas.microsoft.com/office/powerpoint/2018/8/main">
  <p188:cm id="{5400944D-BBC7-7B47-A242-AF0505191B52}" authorId="{968BEC36-B5CB-9B30-FC7A-8E486C07C331}" created="2026-03-25T17:03:57.699">
    <pc:sldMkLst xmlns:pc="http://schemas.microsoft.com/office/powerpoint/2013/main/command">
      <pc:docMk/>
      <pc:sldMk cId="1760437489" sldId="268"/>
    </pc:sldMkLst>
    <p188:txBody>
      <a:bodyPr/>
      <a:lstStyle/>
      <a:p>
        <a:r>
          <a:rPr lang="en-US"/>
          <a:t>Add label of combinatorial number</a:t>
        </a:r>
      </a:p>
    </p188:txBody>
  </p188:cm>
</p188:cmLst>
</file>

<file path=ppt/comments/modernComment_10E_C6CC4A13.xml><?xml version="1.0" encoding="utf-8"?>
<p188:cmLst xmlns:a="http://schemas.openxmlformats.org/drawingml/2006/main" xmlns:r="http://schemas.openxmlformats.org/officeDocument/2006/relationships" xmlns:p188="http://schemas.microsoft.com/office/powerpoint/2018/8/main">
  <p188:cm id="{F2306DE4-2085-A64C-9123-E0B2DC005957}" authorId="{968BEC36-B5CB-9B30-FC7A-8E486C07C331}" created="2026-03-25T17:08:15.629">
    <pc:sldMkLst xmlns:pc="http://schemas.microsoft.com/office/powerpoint/2013/main/command">
      <pc:docMk/>
      <pc:sldMk cId="3335277075" sldId="270"/>
    </pc:sldMkLst>
    <p188:txBody>
      <a:bodyPr/>
      <a:lstStyle/>
      <a:p>
        <a:r>
          <a:rPr lang="en-US"/>
          <a:t>Change plots to different colours for model and data and change bars to data and stems to model</a:t>
        </a:r>
      </a:p>
    </p188:txBody>
  </p188:cm>
</p188:cmLst>
</file>

<file path=ppt/comments/modernComment_107_83BFEF1F.xml><?xml version="1.0" encoding="utf-8"?>
<p188:cmLst xmlns:a="http://schemas.openxmlformats.org/drawingml/2006/main" xmlns:r="http://schemas.openxmlformats.org/officeDocument/2006/relationships" xmlns:p188="http://schemas.microsoft.com/office/powerpoint/2018/8/main">
  <p188:cm id="{F883D097-295F-0E4E-BCAA-7299D3BBA04D}" authorId="{968BEC36-B5CB-9B30-FC7A-8E486C07C331}" created="2026-03-25T17:00:25.771">
    <ac:deMkLst xmlns:ac="http://schemas.microsoft.com/office/drawing/2013/main/command">
      <pc:docMk xmlns:pc="http://schemas.microsoft.com/office/powerpoint/2013/main/command"/>
      <pc:sldMk xmlns:pc="http://schemas.microsoft.com/office/powerpoint/2013/main/command" cId="2210393887" sldId="263"/>
      <ac:spMk id="23" creationId="{6E79D476-8AA0-B0A1-73B6-49FCE090FCF4}"/>
    </ac:deMkLst>
    <p188:txBody>
      <a:bodyPr/>
      <a:lstStyle/>
      <a:p>
        <a:r>
          <a:rPr lang="en-US"/>
          <a:t>How to explain this better, as we can't calculate P(xi)</a:t>
        </a:r>
      </a:p>
    </p188:txBody>
  </p188:cm>
</p188:cmLst>
</file>

<file path=ppt/comments/modernComment_113_3E0794D9.xml><?xml version="1.0" encoding="utf-8"?>
<p188:cmLst xmlns:a="http://schemas.openxmlformats.org/drawingml/2006/main" xmlns:r="http://schemas.openxmlformats.org/officeDocument/2006/relationships" xmlns:p188="http://schemas.microsoft.com/office/powerpoint/2018/8/main">
  <p188:cm id="{DBF9F335-95CA-9B4C-A717-6887FC17B95F}" authorId="{968BEC36-B5CB-9B30-FC7A-8E486C07C331}" created="2026-03-25T17:05:06.728">
    <ac:deMkLst xmlns:ac="http://schemas.microsoft.com/office/drawing/2013/main/command">
      <pc:docMk xmlns:pc="http://schemas.microsoft.com/office/powerpoint/2013/main/command"/>
      <pc:sldMk xmlns:pc="http://schemas.microsoft.com/office/powerpoint/2013/main/command" cId="1040684249" sldId="275"/>
      <ac:picMk id="8" creationId="{3B7D7522-D483-685F-3996-FDBC1CB4672B}"/>
    </ac:deMkLst>
    <p188:txBody>
      <a:bodyPr/>
      <a:lstStyle/>
      <a:p>
        <a:r>
          <a:rPr lang="en-US"/>
          <a:t>Change P(x) in eq for f(x)</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4CC268-2150-724C-BCFC-DA6C59E3E0C2}" type="datetimeFigureOut">
              <a:rPr lang="en-US" smtClean="0"/>
              <a:t>3/28/26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FB058C-3949-7443-BFB9-6BB6E4981222}" type="slidenum">
              <a:rPr lang="en-US" smtClean="0"/>
              <a:t>‹#›</a:t>
            </a:fld>
            <a:endParaRPr lang="en-US"/>
          </a:p>
        </p:txBody>
      </p:sp>
    </p:spTree>
    <p:extLst>
      <p:ext uri="{BB962C8B-B14F-4D97-AF65-F5344CB8AC3E}">
        <p14:creationId xmlns:p14="http://schemas.microsoft.com/office/powerpoint/2010/main" val="29575285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a:t>
            </a:r>
          </a:p>
          <a:p>
            <a:r>
              <a:rPr lang="en-US" dirty="0"/>
              <a:t>-1st of two lessons, focus on probability, 2nd on estimation</a:t>
            </a:r>
          </a:p>
          <a:p>
            <a:r>
              <a:rPr lang="en-US" dirty="0"/>
              <a:t>-Following up on previous lesson, and the idea of first of all representing data graphically in a way that is useful</a:t>
            </a:r>
          </a:p>
          <a:p>
            <a:r>
              <a:rPr lang="en-US" dirty="0"/>
              <a:t>-Summary metrics</a:t>
            </a:r>
          </a:p>
          <a:p>
            <a:endParaRPr lang="en-US" dirty="0"/>
          </a:p>
          <a:p>
            <a:r>
              <a:rPr lang="en-US" dirty="0"/>
              <a:t>-Example: one of the solutions to the exercises on previous lesson, where we are looking at the weight of abalones by binning the data and showing the frequencies that we find for each bin</a:t>
            </a:r>
          </a:p>
          <a:p>
            <a:r>
              <a:rPr lang="en-US" dirty="0"/>
              <a:t>-goal of most scientist to go from </a:t>
            </a:r>
            <a:r>
              <a:rPr lang="en-US"/>
              <a:t>a reduced </a:t>
            </a:r>
            <a:endParaRPr lang="en-US" dirty="0"/>
          </a:p>
          <a:p>
            <a:pPr algn="r"/>
            <a:endParaRPr lang="en-US" dirty="0"/>
          </a:p>
        </p:txBody>
      </p:sp>
      <p:sp>
        <p:nvSpPr>
          <p:cNvPr id="4" name="Slide Number Placeholder 3"/>
          <p:cNvSpPr>
            <a:spLocks noGrp="1"/>
          </p:cNvSpPr>
          <p:nvPr>
            <p:ph type="sldNum" sz="quarter" idx="5"/>
          </p:nvPr>
        </p:nvSpPr>
        <p:spPr/>
        <p:txBody>
          <a:bodyPr/>
          <a:lstStyle/>
          <a:p>
            <a:fld id="{D3FB058C-3949-7443-BFB9-6BB6E4981222}" type="slidenum">
              <a:rPr lang="en-US" smtClean="0"/>
              <a:t>1</a:t>
            </a:fld>
            <a:endParaRPr lang="en-US"/>
          </a:p>
        </p:txBody>
      </p:sp>
    </p:spTree>
    <p:extLst>
      <p:ext uri="{BB962C8B-B14F-4D97-AF65-F5344CB8AC3E}">
        <p14:creationId xmlns:p14="http://schemas.microsoft.com/office/powerpoint/2010/main" val="33200072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5D484-0909-4A4B-2F21-89BD6B4310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5AAD5A-1CE6-96A1-FC1C-F90169C8DE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EBB427-48D8-DBB1-546D-F44187006C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4461F4-A4A6-A143-E194-6BA0673B1F63}"/>
              </a:ext>
            </a:extLst>
          </p:cNvPr>
          <p:cNvSpPr>
            <a:spLocks noGrp="1"/>
          </p:cNvSpPr>
          <p:nvPr>
            <p:ph type="sldNum" sz="quarter" idx="5"/>
          </p:nvPr>
        </p:nvSpPr>
        <p:spPr/>
        <p:txBody>
          <a:bodyPr/>
          <a:lstStyle/>
          <a:p>
            <a:fld id="{9134C7D6-12AE-8744-9788-13DD4719E966}" type="slidenum">
              <a:rPr lang="en-US" smtClean="0"/>
              <a:t>4</a:t>
            </a:fld>
            <a:endParaRPr lang="en-US"/>
          </a:p>
        </p:txBody>
      </p:sp>
    </p:spTree>
    <p:extLst>
      <p:ext uri="{BB962C8B-B14F-4D97-AF65-F5344CB8AC3E}">
        <p14:creationId xmlns:p14="http://schemas.microsoft.com/office/powerpoint/2010/main" val="41097351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2A656-DC3F-8154-07AD-067745FBB9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D434BC-52E8-6C01-7558-59E779B06F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88529B-CE2F-2B5F-BCFF-0DC83021E21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F816B2-22BE-232F-FE0D-94E2C7FBE763}"/>
              </a:ext>
            </a:extLst>
          </p:cNvPr>
          <p:cNvSpPr>
            <a:spLocks noGrp="1"/>
          </p:cNvSpPr>
          <p:nvPr>
            <p:ph type="sldNum" sz="quarter" idx="5"/>
          </p:nvPr>
        </p:nvSpPr>
        <p:spPr/>
        <p:txBody>
          <a:bodyPr/>
          <a:lstStyle/>
          <a:p>
            <a:fld id="{9134C7D6-12AE-8744-9788-13DD4719E966}" type="slidenum">
              <a:rPr lang="en-US" smtClean="0"/>
              <a:t>5</a:t>
            </a:fld>
            <a:endParaRPr lang="en-US"/>
          </a:p>
        </p:txBody>
      </p:sp>
    </p:spTree>
    <p:extLst>
      <p:ext uri="{BB962C8B-B14F-4D97-AF65-F5344CB8AC3E}">
        <p14:creationId xmlns:p14="http://schemas.microsoft.com/office/powerpoint/2010/main" val="8337184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8D00A-945F-BEBD-5D05-FFDBEE9AE8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05E18-294D-E7BA-F4E4-410C7DDE83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092119-6702-22EC-183C-29C0A2CF0D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5A91D81-7DF6-698A-2480-62427BC4CCB6}"/>
              </a:ext>
            </a:extLst>
          </p:cNvPr>
          <p:cNvSpPr>
            <a:spLocks noGrp="1"/>
          </p:cNvSpPr>
          <p:nvPr>
            <p:ph type="sldNum" sz="quarter" idx="5"/>
          </p:nvPr>
        </p:nvSpPr>
        <p:spPr/>
        <p:txBody>
          <a:bodyPr/>
          <a:lstStyle/>
          <a:p>
            <a:fld id="{9134C7D6-12AE-8744-9788-13DD4719E966}" type="slidenum">
              <a:rPr lang="en-US" smtClean="0"/>
              <a:t>6</a:t>
            </a:fld>
            <a:endParaRPr lang="en-US"/>
          </a:p>
        </p:txBody>
      </p:sp>
    </p:spTree>
    <p:extLst>
      <p:ext uri="{BB962C8B-B14F-4D97-AF65-F5344CB8AC3E}">
        <p14:creationId xmlns:p14="http://schemas.microsoft.com/office/powerpoint/2010/main" val="12832802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3C444-8718-0BBA-AA8A-E74EEDECD3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307FEF-2CE7-F3E6-5E14-7038F1BDA5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0C737F-3E01-6934-1B63-E91F1192C5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821FFB-1C2C-6498-0652-2D7D631A4463}"/>
              </a:ext>
            </a:extLst>
          </p:cNvPr>
          <p:cNvSpPr>
            <a:spLocks noGrp="1"/>
          </p:cNvSpPr>
          <p:nvPr>
            <p:ph type="sldNum" sz="quarter" idx="5"/>
          </p:nvPr>
        </p:nvSpPr>
        <p:spPr/>
        <p:txBody>
          <a:bodyPr/>
          <a:lstStyle/>
          <a:p>
            <a:fld id="{9134C7D6-12AE-8744-9788-13DD4719E966}" type="slidenum">
              <a:rPr lang="en-US" smtClean="0"/>
              <a:t>7</a:t>
            </a:fld>
            <a:endParaRPr lang="en-US"/>
          </a:p>
        </p:txBody>
      </p:sp>
    </p:spTree>
    <p:extLst>
      <p:ext uri="{BB962C8B-B14F-4D97-AF65-F5344CB8AC3E}">
        <p14:creationId xmlns:p14="http://schemas.microsoft.com/office/powerpoint/2010/main" val="24651365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007D6-2DFD-C85A-3B27-64404CAB36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2F4EF3-5AB7-54E6-1639-B032F2F80D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DDFD8-1287-CD53-CBD0-6C04A26C35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D1C1E4-AA44-115D-C9E6-5303818A1B63}"/>
              </a:ext>
            </a:extLst>
          </p:cNvPr>
          <p:cNvSpPr>
            <a:spLocks noGrp="1"/>
          </p:cNvSpPr>
          <p:nvPr>
            <p:ph type="sldNum" sz="quarter" idx="5"/>
          </p:nvPr>
        </p:nvSpPr>
        <p:spPr/>
        <p:txBody>
          <a:bodyPr/>
          <a:lstStyle/>
          <a:p>
            <a:fld id="{9134C7D6-12AE-8744-9788-13DD4719E966}" type="slidenum">
              <a:rPr lang="en-US" smtClean="0"/>
              <a:t>8</a:t>
            </a:fld>
            <a:endParaRPr lang="en-US"/>
          </a:p>
        </p:txBody>
      </p:sp>
    </p:spTree>
    <p:extLst>
      <p:ext uri="{BB962C8B-B14F-4D97-AF65-F5344CB8AC3E}">
        <p14:creationId xmlns:p14="http://schemas.microsoft.com/office/powerpoint/2010/main" val="36899764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6414A-4CF7-CCDC-A434-6B8059A454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37FAF3-AF22-42A0-7634-38AEDC2A3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53CE4A-C0E3-A05D-F79E-94DDF0CF81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249BD3-3188-9DFC-477E-C376EA79547D}"/>
              </a:ext>
            </a:extLst>
          </p:cNvPr>
          <p:cNvSpPr>
            <a:spLocks noGrp="1"/>
          </p:cNvSpPr>
          <p:nvPr>
            <p:ph type="sldNum" sz="quarter" idx="5"/>
          </p:nvPr>
        </p:nvSpPr>
        <p:spPr/>
        <p:txBody>
          <a:bodyPr/>
          <a:lstStyle/>
          <a:p>
            <a:fld id="{9134C7D6-12AE-8744-9788-13DD4719E966}" type="slidenum">
              <a:rPr lang="en-US" smtClean="0"/>
              <a:t>9</a:t>
            </a:fld>
            <a:endParaRPr lang="en-US"/>
          </a:p>
        </p:txBody>
      </p:sp>
    </p:spTree>
    <p:extLst>
      <p:ext uri="{BB962C8B-B14F-4D97-AF65-F5344CB8AC3E}">
        <p14:creationId xmlns:p14="http://schemas.microsoft.com/office/powerpoint/2010/main" val="2864727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2E49C-BE3B-5C20-8CB7-71D718D68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5151D-4ED2-084C-D1CE-8732E9AAE2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3CF00A-5254-1E63-B072-44BB1D2576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7A3637-66EA-0816-AF58-E36F24EA6B12}"/>
              </a:ext>
            </a:extLst>
          </p:cNvPr>
          <p:cNvSpPr>
            <a:spLocks noGrp="1"/>
          </p:cNvSpPr>
          <p:nvPr>
            <p:ph type="sldNum" sz="quarter" idx="5"/>
          </p:nvPr>
        </p:nvSpPr>
        <p:spPr/>
        <p:txBody>
          <a:bodyPr/>
          <a:lstStyle/>
          <a:p>
            <a:fld id="{9134C7D6-12AE-8744-9788-13DD4719E966}" type="slidenum">
              <a:rPr lang="en-US" smtClean="0"/>
              <a:t>10</a:t>
            </a:fld>
            <a:endParaRPr lang="en-US"/>
          </a:p>
        </p:txBody>
      </p:sp>
    </p:spTree>
    <p:extLst>
      <p:ext uri="{BB962C8B-B14F-4D97-AF65-F5344CB8AC3E}">
        <p14:creationId xmlns:p14="http://schemas.microsoft.com/office/powerpoint/2010/main" val="4426391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9A2DB-F492-8E2B-80E8-2EAD916D03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F1809-2E76-57DB-5F3B-1DF86FD3E1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EBD086-6518-A593-C8E7-D5DB89888D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C7C0BC-722A-03C3-3A0E-65CA0F58AE94}"/>
              </a:ext>
            </a:extLst>
          </p:cNvPr>
          <p:cNvSpPr>
            <a:spLocks noGrp="1"/>
          </p:cNvSpPr>
          <p:nvPr>
            <p:ph type="sldNum" sz="quarter" idx="5"/>
          </p:nvPr>
        </p:nvSpPr>
        <p:spPr/>
        <p:txBody>
          <a:bodyPr/>
          <a:lstStyle/>
          <a:p>
            <a:fld id="{9134C7D6-12AE-8744-9788-13DD4719E966}" type="slidenum">
              <a:rPr lang="en-US" smtClean="0"/>
              <a:t>11</a:t>
            </a:fld>
            <a:endParaRPr lang="en-US"/>
          </a:p>
        </p:txBody>
      </p:sp>
    </p:spTree>
    <p:extLst>
      <p:ext uri="{BB962C8B-B14F-4D97-AF65-F5344CB8AC3E}">
        <p14:creationId xmlns:p14="http://schemas.microsoft.com/office/powerpoint/2010/main" val="32038986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AC77D-7C39-4FA0-339E-C42B37370E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EAA44F-B352-479B-0A8A-3C1F4F02B7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51F26E-F4C5-2230-C455-F74D2F0345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3E0809-7504-57CC-58E4-01D27F2E2CB5}"/>
              </a:ext>
            </a:extLst>
          </p:cNvPr>
          <p:cNvSpPr>
            <a:spLocks noGrp="1"/>
          </p:cNvSpPr>
          <p:nvPr>
            <p:ph type="sldNum" sz="quarter" idx="5"/>
          </p:nvPr>
        </p:nvSpPr>
        <p:spPr/>
        <p:txBody>
          <a:bodyPr/>
          <a:lstStyle/>
          <a:p>
            <a:fld id="{9134C7D6-12AE-8744-9788-13DD4719E966}" type="slidenum">
              <a:rPr lang="en-US" smtClean="0"/>
              <a:t>12</a:t>
            </a:fld>
            <a:endParaRPr lang="en-US"/>
          </a:p>
        </p:txBody>
      </p:sp>
    </p:spTree>
    <p:extLst>
      <p:ext uri="{BB962C8B-B14F-4D97-AF65-F5344CB8AC3E}">
        <p14:creationId xmlns:p14="http://schemas.microsoft.com/office/powerpoint/2010/main" val="31082459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638A-881F-482B-85C9-2D5E705B79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6C4272-63BF-A948-FBF3-F1C1847129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6079F6-A321-B079-32F4-6560765143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E57631-93E4-F211-7058-D97CE3519261}"/>
              </a:ext>
            </a:extLst>
          </p:cNvPr>
          <p:cNvSpPr>
            <a:spLocks noGrp="1"/>
          </p:cNvSpPr>
          <p:nvPr>
            <p:ph type="sldNum" sz="quarter" idx="5"/>
          </p:nvPr>
        </p:nvSpPr>
        <p:spPr/>
        <p:txBody>
          <a:bodyPr/>
          <a:lstStyle/>
          <a:p>
            <a:fld id="{9134C7D6-12AE-8744-9788-13DD4719E966}" type="slidenum">
              <a:rPr lang="en-US" smtClean="0"/>
              <a:t>13</a:t>
            </a:fld>
            <a:endParaRPr lang="en-US"/>
          </a:p>
        </p:txBody>
      </p:sp>
    </p:spTree>
    <p:extLst>
      <p:ext uri="{BB962C8B-B14F-4D97-AF65-F5344CB8AC3E}">
        <p14:creationId xmlns:p14="http://schemas.microsoft.com/office/powerpoint/2010/main" val="16899389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51977-696C-D36A-B350-17F6BDAE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E14E32-F682-E4BF-BF00-5477B5451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F570E6-9E5E-A83D-134C-C2B474DCFB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0ABE95F-A52A-4B8C-56A4-9581DACD2192}"/>
              </a:ext>
            </a:extLst>
          </p:cNvPr>
          <p:cNvSpPr>
            <a:spLocks noGrp="1"/>
          </p:cNvSpPr>
          <p:nvPr>
            <p:ph type="sldNum" sz="quarter" idx="5"/>
          </p:nvPr>
        </p:nvSpPr>
        <p:spPr/>
        <p:txBody>
          <a:bodyPr/>
          <a:lstStyle/>
          <a:p>
            <a:fld id="{9134C7D6-12AE-8744-9788-13DD4719E966}" type="slidenum">
              <a:rPr lang="en-US" smtClean="0"/>
              <a:t>14</a:t>
            </a:fld>
            <a:endParaRPr lang="en-US"/>
          </a:p>
        </p:txBody>
      </p:sp>
    </p:spTree>
    <p:extLst>
      <p:ext uri="{BB962C8B-B14F-4D97-AF65-F5344CB8AC3E}">
        <p14:creationId xmlns:p14="http://schemas.microsoft.com/office/powerpoint/2010/main" val="25314724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BC327-F469-D047-ACA3-6CBE62235D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417A00-04F8-18A5-2B9E-DE85244906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84112B-E6E1-2516-4E98-549DF58A164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6F0914B-4B1D-ADE5-DD10-399C87CDCB10}"/>
              </a:ext>
            </a:extLst>
          </p:cNvPr>
          <p:cNvSpPr>
            <a:spLocks noGrp="1"/>
          </p:cNvSpPr>
          <p:nvPr>
            <p:ph type="sldNum" sz="quarter" idx="5"/>
          </p:nvPr>
        </p:nvSpPr>
        <p:spPr/>
        <p:txBody>
          <a:bodyPr/>
          <a:lstStyle/>
          <a:p>
            <a:fld id="{9134C7D6-12AE-8744-9788-13DD4719E966}" type="slidenum">
              <a:rPr lang="en-US" smtClean="0"/>
              <a:t>15</a:t>
            </a:fld>
            <a:endParaRPr lang="en-US"/>
          </a:p>
        </p:txBody>
      </p:sp>
    </p:spTree>
    <p:extLst>
      <p:ext uri="{BB962C8B-B14F-4D97-AF65-F5344CB8AC3E}">
        <p14:creationId xmlns:p14="http://schemas.microsoft.com/office/powerpoint/2010/main" val="19119908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70806-EC72-23C6-88E7-D3BD00B942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A977C-0975-CE50-AEDD-68E2039309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E8893A-3592-5C9F-C136-478D61FCB6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A4A540-C5C2-ED82-ACC0-1E87BB39CD73}"/>
              </a:ext>
            </a:extLst>
          </p:cNvPr>
          <p:cNvSpPr>
            <a:spLocks noGrp="1"/>
          </p:cNvSpPr>
          <p:nvPr>
            <p:ph type="sldNum" sz="quarter" idx="5"/>
          </p:nvPr>
        </p:nvSpPr>
        <p:spPr/>
        <p:txBody>
          <a:bodyPr/>
          <a:lstStyle/>
          <a:p>
            <a:fld id="{9134C7D6-12AE-8744-9788-13DD4719E966}" type="slidenum">
              <a:rPr lang="en-US" smtClean="0"/>
              <a:t>16</a:t>
            </a:fld>
            <a:endParaRPr lang="en-US"/>
          </a:p>
        </p:txBody>
      </p:sp>
    </p:spTree>
    <p:extLst>
      <p:ext uri="{BB962C8B-B14F-4D97-AF65-F5344CB8AC3E}">
        <p14:creationId xmlns:p14="http://schemas.microsoft.com/office/powerpoint/2010/main" val="34474644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046A1-6563-7B70-4360-E96E2A7593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4DCAB0-4A89-E200-BE68-7891FE38FC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85C43-C10C-0C23-9280-8FC6D22AA8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8586ED-015D-95DB-EFEE-24D793E51CB4}"/>
              </a:ext>
            </a:extLst>
          </p:cNvPr>
          <p:cNvSpPr>
            <a:spLocks noGrp="1"/>
          </p:cNvSpPr>
          <p:nvPr>
            <p:ph type="sldNum" sz="quarter" idx="5"/>
          </p:nvPr>
        </p:nvSpPr>
        <p:spPr/>
        <p:txBody>
          <a:bodyPr/>
          <a:lstStyle/>
          <a:p>
            <a:fld id="{9134C7D6-12AE-8744-9788-13DD4719E966}" type="slidenum">
              <a:rPr lang="en-US" smtClean="0"/>
              <a:t>17</a:t>
            </a:fld>
            <a:endParaRPr lang="en-US"/>
          </a:p>
        </p:txBody>
      </p:sp>
    </p:spTree>
    <p:extLst>
      <p:ext uri="{BB962C8B-B14F-4D97-AF65-F5344CB8AC3E}">
        <p14:creationId xmlns:p14="http://schemas.microsoft.com/office/powerpoint/2010/main" val="30610107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C86A6-4400-A13A-DE76-3DE1F0D307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DE1D27-AF2F-BD68-BE80-6C02D1C65A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BEB83C-1025-4154-1209-66FE12293C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BAD878-6721-AF4C-60A5-351FF99BAF6E}"/>
              </a:ext>
            </a:extLst>
          </p:cNvPr>
          <p:cNvSpPr>
            <a:spLocks noGrp="1"/>
          </p:cNvSpPr>
          <p:nvPr>
            <p:ph type="sldNum" sz="quarter" idx="5"/>
          </p:nvPr>
        </p:nvSpPr>
        <p:spPr/>
        <p:txBody>
          <a:bodyPr/>
          <a:lstStyle/>
          <a:p>
            <a:fld id="{9134C7D6-12AE-8744-9788-13DD4719E966}" type="slidenum">
              <a:rPr lang="en-US" smtClean="0"/>
              <a:t>18</a:t>
            </a:fld>
            <a:endParaRPr lang="en-US"/>
          </a:p>
        </p:txBody>
      </p:sp>
    </p:spTree>
    <p:extLst>
      <p:ext uri="{BB962C8B-B14F-4D97-AF65-F5344CB8AC3E}">
        <p14:creationId xmlns:p14="http://schemas.microsoft.com/office/powerpoint/2010/main" val="3313758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8EFCA-7305-6EEE-AB2D-1A4C032BCB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80F275-281A-C409-DC69-FAE8412351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F4492E-13E9-FC18-3F46-5ABACA22BF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4FEE70-9453-954E-8D48-AE83436C3738}"/>
              </a:ext>
            </a:extLst>
          </p:cNvPr>
          <p:cNvSpPr>
            <a:spLocks noGrp="1"/>
          </p:cNvSpPr>
          <p:nvPr>
            <p:ph type="sldNum" sz="quarter" idx="5"/>
          </p:nvPr>
        </p:nvSpPr>
        <p:spPr/>
        <p:txBody>
          <a:bodyPr/>
          <a:lstStyle/>
          <a:p>
            <a:fld id="{9134C7D6-12AE-8744-9788-13DD4719E966}" type="slidenum">
              <a:rPr lang="en-US" smtClean="0"/>
              <a:t>19</a:t>
            </a:fld>
            <a:endParaRPr lang="en-US"/>
          </a:p>
        </p:txBody>
      </p:sp>
    </p:spTree>
    <p:extLst>
      <p:ext uri="{BB962C8B-B14F-4D97-AF65-F5344CB8AC3E}">
        <p14:creationId xmlns:p14="http://schemas.microsoft.com/office/powerpoint/2010/main" val="42498975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4833C-CFD0-9055-45BE-6CEE6CA482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5FD223-DB79-65BA-1E5A-2D51695FB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7164E-36E5-A471-F453-9348F5D0F0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FA7515-7A9F-CE9C-6A7E-3B1265D589AC}"/>
              </a:ext>
            </a:extLst>
          </p:cNvPr>
          <p:cNvSpPr>
            <a:spLocks noGrp="1"/>
          </p:cNvSpPr>
          <p:nvPr>
            <p:ph type="sldNum" sz="quarter" idx="5"/>
          </p:nvPr>
        </p:nvSpPr>
        <p:spPr/>
        <p:txBody>
          <a:bodyPr/>
          <a:lstStyle/>
          <a:p>
            <a:fld id="{9134C7D6-12AE-8744-9788-13DD4719E966}" type="slidenum">
              <a:rPr lang="en-US" smtClean="0"/>
              <a:t>20</a:t>
            </a:fld>
            <a:endParaRPr lang="en-US"/>
          </a:p>
        </p:txBody>
      </p:sp>
    </p:spTree>
    <p:extLst>
      <p:ext uri="{BB962C8B-B14F-4D97-AF65-F5344CB8AC3E}">
        <p14:creationId xmlns:p14="http://schemas.microsoft.com/office/powerpoint/2010/main" val="189636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2839D-24D3-0A62-75D0-08BCB9642D4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E8E1311-D9A2-104B-16EE-B6EDCE7AE6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CD8B0829-6B50-2694-E6F5-91ED4BCF8112}"/>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7F547EFC-5D46-F4BD-9A56-D41212B06918}"/>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5BD17296-0A5E-743C-0351-87CA805BC138}"/>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24043450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476D4E-1E65-CA19-A5EA-65F2D6042A1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FFDF2A3-6B0F-E4DB-708F-1255ABD1F909}"/>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FF28950-28E0-9760-EBDD-FF7630723D42}"/>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A4665E0D-55A4-B76A-EA7F-6F4A68457797}"/>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8AE7CB0D-07EF-7B8F-EE81-3116FACD8E96}"/>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253712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0F151-AA67-D9F4-75CF-D74A04608872}"/>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6C4ADA4-1F6A-501E-15DD-F21E78D2A25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8AD89C6-C6D7-CBE8-7179-B2D23659FDD5}"/>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2F8B8405-94BF-A608-346E-66B9957479D8}"/>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46CCDD87-4C52-4A0C-D02C-5C0B4CE43054}"/>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15952122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96A3A-4D49-3F8D-E563-812E0FAA8F8D}"/>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24DA7BE5-D44E-0E8A-E3B1-007E05B43D7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E5FBA776-2AEE-3406-03AC-F3CCFE5C456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99DC6C11-4AF5-FBB7-C0DA-F1DA240664F5}"/>
              </a:ext>
            </a:extLst>
          </p:cNvPr>
          <p:cNvSpPr>
            <a:spLocks noGrp="1"/>
          </p:cNvSpPr>
          <p:nvPr>
            <p:ph type="dt" sz="half" idx="10"/>
          </p:nvPr>
        </p:nvSpPr>
        <p:spPr/>
        <p:txBody>
          <a:bodyPr/>
          <a:lstStyle/>
          <a:p>
            <a:r>
              <a:rPr lang="en-GB"/>
              <a:t>25/03/26</a:t>
            </a:r>
            <a:endParaRPr lang="en-US"/>
          </a:p>
        </p:txBody>
      </p:sp>
      <p:sp>
        <p:nvSpPr>
          <p:cNvPr id="6" name="Footer Placeholder 5">
            <a:extLst>
              <a:ext uri="{FF2B5EF4-FFF2-40B4-BE49-F238E27FC236}">
                <a16:creationId xmlns:a16="http://schemas.microsoft.com/office/drawing/2014/main" id="{1C0915B7-4528-FCD8-EFDE-ADCC3E06CA38}"/>
              </a:ext>
            </a:extLst>
          </p:cNvPr>
          <p:cNvSpPr>
            <a:spLocks noGrp="1"/>
          </p:cNvSpPr>
          <p:nvPr>
            <p:ph type="ftr" sz="quarter" idx="11"/>
          </p:nvPr>
        </p:nvSpPr>
        <p:spPr/>
        <p:txBody>
          <a:bodyPr/>
          <a:lstStyle/>
          <a:p>
            <a:r>
              <a:rPr lang="en-US"/>
              <a:t>Aida Sanchez Ricol - Probability</a:t>
            </a:r>
          </a:p>
        </p:txBody>
      </p:sp>
      <p:sp>
        <p:nvSpPr>
          <p:cNvPr id="7" name="Slide Number Placeholder 6">
            <a:extLst>
              <a:ext uri="{FF2B5EF4-FFF2-40B4-BE49-F238E27FC236}">
                <a16:creationId xmlns:a16="http://schemas.microsoft.com/office/drawing/2014/main" id="{7F87F6BA-5B72-96DA-B8A3-797743B8BB36}"/>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26315351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54265-3085-8BC8-893F-4A4A2266A0BE}"/>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F8C3E03-3802-613F-0D5D-FF71F8F013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AD729C40-8BEB-1CCB-AE05-03BAD7D1F65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FB5301AC-8E74-D14A-00EA-4637C6A8F6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9A0E17C5-9477-BF75-4F9F-2F4D074A7B79}"/>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197ACEFF-E435-56DA-8B05-8D72C81D9423}"/>
              </a:ext>
            </a:extLst>
          </p:cNvPr>
          <p:cNvSpPr>
            <a:spLocks noGrp="1"/>
          </p:cNvSpPr>
          <p:nvPr>
            <p:ph type="dt" sz="half" idx="10"/>
          </p:nvPr>
        </p:nvSpPr>
        <p:spPr/>
        <p:txBody>
          <a:bodyPr/>
          <a:lstStyle/>
          <a:p>
            <a:r>
              <a:rPr lang="en-GB"/>
              <a:t>25/03/26</a:t>
            </a:r>
            <a:endParaRPr lang="en-US"/>
          </a:p>
        </p:txBody>
      </p:sp>
      <p:sp>
        <p:nvSpPr>
          <p:cNvPr id="8" name="Footer Placeholder 7">
            <a:extLst>
              <a:ext uri="{FF2B5EF4-FFF2-40B4-BE49-F238E27FC236}">
                <a16:creationId xmlns:a16="http://schemas.microsoft.com/office/drawing/2014/main" id="{69EFE3C4-C85B-4C4F-B789-5EA51F3A12FB}"/>
              </a:ext>
            </a:extLst>
          </p:cNvPr>
          <p:cNvSpPr>
            <a:spLocks noGrp="1"/>
          </p:cNvSpPr>
          <p:nvPr>
            <p:ph type="ftr" sz="quarter" idx="11"/>
          </p:nvPr>
        </p:nvSpPr>
        <p:spPr/>
        <p:txBody>
          <a:bodyPr/>
          <a:lstStyle/>
          <a:p>
            <a:r>
              <a:rPr lang="en-US"/>
              <a:t>Aida Sanchez Ricol - Probability</a:t>
            </a:r>
          </a:p>
        </p:txBody>
      </p:sp>
      <p:sp>
        <p:nvSpPr>
          <p:cNvPr id="9" name="Slide Number Placeholder 8">
            <a:extLst>
              <a:ext uri="{FF2B5EF4-FFF2-40B4-BE49-F238E27FC236}">
                <a16:creationId xmlns:a16="http://schemas.microsoft.com/office/drawing/2014/main" id="{7D576906-C30B-070B-E35F-D9C5D10A7335}"/>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8717931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B2AC2-ED5A-50C6-522C-4F0691F8345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EA43CFF-B32C-5EB5-937C-A241CB8BEC3D}"/>
              </a:ext>
            </a:extLst>
          </p:cNvPr>
          <p:cNvSpPr>
            <a:spLocks noGrp="1"/>
          </p:cNvSpPr>
          <p:nvPr>
            <p:ph type="dt" sz="half" idx="10"/>
          </p:nvPr>
        </p:nvSpPr>
        <p:spPr/>
        <p:txBody>
          <a:bodyPr/>
          <a:lstStyle/>
          <a:p>
            <a:r>
              <a:rPr lang="en-GB"/>
              <a:t>25/03/26</a:t>
            </a:r>
            <a:endParaRPr lang="en-US"/>
          </a:p>
        </p:txBody>
      </p:sp>
      <p:sp>
        <p:nvSpPr>
          <p:cNvPr id="4" name="Footer Placeholder 3">
            <a:extLst>
              <a:ext uri="{FF2B5EF4-FFF2-40B4-BE49-F238E27FC236}">
                <a16:creationId xmlns:a16="http://schemas.microsoft.com/office/drawing/2014/main" id="{7DA1AE54-C93B-1A7A-F686-00BA04B0C20A}"/>
              </a:ext>
            </a:extLst>
          </p:cNvPr>
          <p:cNvSpPr>
            <a:spLocks noGrp="1"/>
          </p:cNvSpPr>
          <p:nvPr>
            <p:ph type="ftr" sz="quarter" idx="11"/>
          </p:nvPr>
        </p:nvSpPr>
        <p:spPr/>
        <p:txBody>
          <a:bodyPr/>
          <a:lstStyle/>
          <a:p>
            <a:r>
              <a:rPr lang="en-US"/>
              <a:t>Aida Sanchez Ricol - Probability</a:t>
            </a:r>
          </a:p>
        </p:txBody>
      </p:sp>
      <p:sp>
        <p:nvSpPr>
          <p:cNvPr id="5" name="Slide Number Placeholder 4">
            <a:extLst>
              <a:ext uri="{FF2B5EF4-FFF2-40B4-BE49-F238E27FC236}">
                <a16:creationId xmlns:a16="http://schemas.microsoft.com/office/drawing/2014/main" id="{5C64C84D-560F-35C1-C27B-C7283D795E3E}"/>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41525737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892BA43-4303-B393-7A03-CA44DBF4A046}"/>
              </a:ext>
            </a:extLst>
          </p:cNvPr>
          <p:cNvSpPr>
            <a:spLocks noGrp="1"/>
          </p:cNvSpPr>
          <p:nvPr>
            <p:ph type="dt" sz="half" idx="10"/>
          </p:nvPr>
        </p:nvSpPr>
        <p:spPr/>
        <p:txBody>
          <a:bodyPr/>
          <a:lstStyle/>
          <a:p>
            <a:r>
              <a:rPr lang="en-GB"/>
              <a:t>25/03/26</a:t>
            </a:r>
            <a:endParaRPr lang="en-US"/>
          </a:p>
        </p:txBody>
      </p:sp>
      <p:sp>
        <p:nvSpPr>
          <p:cNvPr id="3" name="Footer Placeholder 2">
            <a:extLst>
              <a:ext uri="{FF2B5EF4-FFF2-40B4-BE49-F238E27FC236}">
                <a16:creationId xmlns:a16="http://schemas.microsoft.com/office/drawing/2014/main" id="{9553D04E-1369-8BDF-C886-42F339F4564D}"/>
              </a:ext>
            </a:extLst>
          </p:cNvPr>
          <p:cNvSpPr>
            <a:spLocks noGrp="1"/>
          </p:cNvSpPr>
          <p:nvPr>
            <p:ph type="ftr" sz="quarter" idx="11"/>
          </p:nvPr>
        </p:nvSpPr>
        <p:spPr/>
        <p:txBody>
          <a:bodyPr/>
          <a:lstStyle/>
          <a:p>
            <a:r>
              <a:rPr lang="en-US"/>
              <a:t>Aida Sanchez Ricol - Probability</a:t>
            </a:r>
          </a:p>
        </p:txBody>
      </p:sp>
      <p:sp>
        <p:nvSpPr>
          <p:cNvPr id="4" name="Slide Number Placeholder 3">
            <a:extLst>
              <a:ext uri="{FF2B5EF4-FFF2-40B4-BE49-F238E27FC236}">
                <a16:creationId xmlns:a16="http://schemas.microsoft.com/office/drawing/2014/main" id="{33CF15F6-7FA6-7AC6-3089-8A35581F746C}"/>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26872741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E1CC4-9ED6-808F-F45D-7F4AAC2B343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99B8A4AB-C9FD-CB1D-B354-A4A0F1E1194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575A6063-D975-5E0B-047C-669C09CA53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05C3B61-BB8B-23C9-56D2-69A64A75AFF2}"/>
              </a:ext>
            </a:extLst>
          </p:cNvPr>
          <p:cNvSpPr>
            <a:spLocks noGrp="1"/>
          </p:cNvSpPr>
          <p:nvPr>
            <p:ph type="dt" sz="half" idx="10"/>
          </p:nvPr>
        </p:nvSpPr>
        <p:spPr/>
        <p:txBody>
          <a:bodyPr/>
          <a:lstStyle/>
          <a:p>
            <a:r>
              <a:rPr lang="en-GB"/>
              <a:t>25/03/26</a:t>
            </a:r>
            <a:endParaRPr lang="en-US"/>
          </a:p>
        </p:txBody>
      </p:sp>
      <p:sp>
        <p:nvSpPr>
          <p:cNvPr id="6" name="Footer Placeholder 5">
            <a:extLst>
              <a:ext uri="{FF2B5EF4-FFF2-40B4-BE49-F238E27FC236}">
                <a16:creationId xmlns:a16="http://schemas.microsoft.com/office/drawing/2014/main" id="{B5B41700-4E9A-C84E-E156-906CFE772424}"/>
              </a:ext>
            </a:extLst>
          </p:cNvPr>
          <p:cNvSpPr>
            <a:spLocks noGrp="1"/>
          </p:cNvSpPr>
          <p:nvPr>
            <p:ph type="ftr" sz="quarter" idx="11"/>
          </p:nvPr>
        </p:nvSpPr>
        <p:spPr/>
        <p:txBody>
          <a:bodyPr/>
          <a:lstStyle/>
          <a:p>
            <a:r>
              <a:rPr lang="en-US"/>
              <a:t>Aida Sanchez Ricol - Probability</a:t>
            </a:r>
          </a:p>
        </p:txBody>
      </p:sp>
      <p:sp>
        <p:nvSpPr>
          <p:cNvPr id="7" name="Slide Number Placeholder 6">
            <a:extLst>
              <a:ext uri="{FF2B5EF4-FFF2-40B4-BE49-F238E27FC236}">
                <a16:creationId xmlns:a16="http://schemas.microsoft.com/office/drawing/2014/main" id="{BFBAD9F1-7427-B83B-7878-9B75D3496BFD}"/>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41062878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21295-D194-51E6-A522-B81EBBCC19C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197228DB-06A6-1C98-6C62-4F8F99BFA3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CCC236-C26D-E97F-A069-0F9A76FC24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C1F6F69-79BB-7C05-EA36-16D572666AD5}"/>
              </a:ext>
            </a:extLst>
          </p:cNvPr>
          <p:cNvSpPr>
            <a:spLocks noGrp="1"/>
          </p:cNvSpPr>
          <p:nvPr>
            <p:ph type="dt" sz="half" idx="10"/>
          </p:nvPr>
        </p:nvSpPr>
        <p:spPr/>
        <p:txBody>
          <a:bodyPr/>
          <a:lstStyle/>
          <a:p>
            <a:r>
              <a:rPr lang="en-GB"/>
              <a:t>25/03/26</a:t>
            </a:r>
            <a:endParaRPr lang="en-US"/>
          </a:p>
        </p:txBody>
      </p:sp>
      <p:sp>
        <p:nvSpPr>
          <p:cNvPr id="6" name="Footer Placeholder 5">
            <a:extLst>
              <a:ext uri="{FF2B5EF4-FFF2-40B4-BE49-F238E27FC236}">
                <a16:creationId xmlns:a16="http://schemas.microsoft.com/office/drawing/2014/main" id="{738BE5A0-ECAF-D6C5-BBD9-AB60641C47E7}"/>
              </a:ext>
            </a:extLst>
          </p:cNvPr>
          <p:cNvSpPr>
            <a:spLocks noGrp="1"/>
          </p:cNvSpPr>
          <p:nvPr>
            <p:ph type="ftr" sz="quarter" idx="11"/>
          </p:nvPr>
        </p:nvSpPr>
        <p:spPr/>
        <p:txBody>
          <a:bodyPr/>
          <a:lstStyle/>
          <a:p>
            <a:r>
              <a:rPr lang="en-US"/>
              <a:t>Aida Sanchez Ricol - Probability</a:t>
            </a:r>
          </a:p>
        </p:txBody>
      </p:sp>
      <p:sp>
        <p:nvSpPr>
          <p:cNvPr id="7" name="Slide Number Placeholder 6">
            <a:extLst>
              <a:ext uri="{FF2B5EF4-FFF2-40B4-BE49-F238E27FC236}">
                <a16:creationId xmlns:a16="http://schemas.microsoft.com/office/drawing/2014/main" id="{E2E6A1BA-5E3A-0355-BDDE-4607E4008BF7}"/>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1578114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C8676-C937-FEA6-452F-581746C8CDE1}"/>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8653B0B2-76C8-F3C6-FE3C-C66559C339A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B6FB89A-EF3C-7F40-2FC1-B69CBF76FDAF}"/>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AD0BC0A1-235B-63D2-A641-495290475F53}"/>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5E878521-88BF-B06B-8999-F7D8B7FCDF8B}"/>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19082537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42C4FD-6CBA-B517-7A15-4354271E6FE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4F11D74-4989-5755-2995-46A458D3F62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89283CE-1767-F40F-70E4-EB237274FEEB}"/>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8A2F49EB-6348-56BC-35AE-F2C5E4A1AB6F}"/>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7EF95983-4D2B-9521-81DC-5E1A8D341A47}"/>
              </a:ext>
            </a:extLst>
          </p:cNvPr>
          <p:cNvSpPr>
            <a:spLocks noGrp="1"/>
          </p:cNvSpPr>
          <p:nvPr>
            <p:ph type="sldNum" sz="quarter" idx="12"/>
          </p:nvPr>
        </p:nvSpPr>
        <p:spPr/>
        <p:txBody>
          <a:bodyPr/>
          <a:lstStyle/>
          <a:p>
            <a:fld id="{CD8A0FDF-4F91-7341-808B-3919AC0D856E}" type="slidenum">
              <a:rPr lang="en-US" smtClean="0"/>
              <a:t>‹#›</a:t>
            </a:fld>
            <a:endParaRPr lang="en-US"/>
          </a:p>
        </p:txBody>
      </p:sp>
    </p:spTree>
    <p:extLst>
      <p:ext uri="{BB962C8B-B14F-4D97-AF65-F5344CB8AC3E}">
        <p14:creationId xmlns:p14="http://schemas.microsoft.com/office/powerpoint/2010/main" val="4716687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150876-9907-9BA7-6D7A-B7823A6202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639C1F0-9991-1144-A298-665995723F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4133FAC-AA78-5791-4C26-4C9F9ED03E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GB"/>
              <a:t>25/03/26</a:t>
            </a:r>
            <a:endParaRPr lang="en-US"/>
          </a:p>
        </p:txBody>
      </p:sp>
      <p:sp>
        <p:nvSpPr>
          <p:cNvPr id="5" name="Footer Placeholder 4">
            <a:extLst>
              <a:ext uri="{FF2B5EF4-FFF2-40B4-BE49-F238E27FC236}">
                <a16:creationId xmlns:a16="http://schemas.microsoft.com/office/drawing/2014/main" id="{D5DBA241-EECF-C16F-268C-EEFE26E7A31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Aida Sanchez Ricol - Probability</a:t>
            </a:r>
          </a:p>
        </p:txBody>
      </p:sp>
      <p:sp>
        <p:nvSpPr>
          <p:cNvPr id="6" name="Slide Number Placeholder 5">
            <a:extLst>
              <a:ext uri="{FF2B5EF4-FFF2-40B4-BE49-F238E27FC236}">
                <a16:creationId xmlns:a16="http://schemas.microsoft.com/office/drawing/2014/main" id="{CBD74FB9-668B-FF9F-A426-B98C388D61B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D8A0FDF-4F91-7341-808B-3919AC0D856E}" type="slidenum">
              <a:rPr lang="en-US" smtClean="0"/>
              <a:t>‹#›</a:t>
            </a:fld>
            <a:endParaRPr lang="en-US"/>
          </a:p>
        </p:txBody>
      </p:sp>
    </p:spTree>
    <p:extLst>
      <p:ext uri="{BB962C8B-B14F-4D97-AF65-F5344CB8AC3E}">
        <p14:creationId xmlns:p14="http://schemas.microsoft.com/office/powerpoint/2010/main" val="5252224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9.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jpe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9.png"/><Relationship Id="rId3" Type="http://schemas.microsoft.com/office/2018/10/relationships/comments" Target="../comments/modernComment_107_83BFEF1F.xml"/><Relationship Id="rId7"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0.png"/><Relationship Id="rId5" Type="http://schemas.openxmlformats.org/officeDocument/2006/relationships/image" Target="../media/image16.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slideLayout" Target="../slideLayouts/slideLayout2.xml"/><Relationship Id="rId7" Type="http://schemas.openxmlformats.org/officeDocument/2006/relationships/image" Target="../media/image2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6.png"/><Relationship Id="rId5" Type="http://schemas.microsoft.com/office/2018/10/relationships/comments" Target="../comments/modernComment_10C_68EE24F1.xml"/><Relationship Id="rId4" Type="http://schemas.openxmlformats.org/officeDocument/2006/relationships/notesSlide" Target="../notesSlides/notesSlide8.xml"/><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3" Type="http://schemas.microsoft.com/office/2018/10/relationships/comments" Target="../comments/modernComment_10E_C6CC4A13.xml"/><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slideLayout" Target="../slideLayouts/slideLayout2.xml"/><Relationship Id="rId7" Type="http://schemas.openxmlformats.org/officeDocument/2006/relationships/image" Target="../media/image37.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36.png"/><Relationship Id="rId5" Type="http://schemas.openxmlformats.org/officeDocument/2006/relationships/image" Target="../media/image320.png"/><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1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16.xml.rels><?xml version="1.0" encoding="UTF-8" standalone="yes"?>
<Relationships xmlns="http://schemas.openxmlformats.org/package/2006/relationships"><Relationship Id="rId8" Type="http://schemas.openxmlformats.org/officeDocument/2006/relationships/image" Target="../media/image410.png"/><Relationship Id="rId3" Type="http://schemas.openxmlformats.org/officeDocument/2006/relationships/image" Target="../media/image41.png"/><Relationship Id="rId7" Type="http://schemas.openxmlformats.org/officeDocument/2006/relationships/image" Target="../media/image400.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2.png"/><Relationship Id="rId9" Type="http://schemas.openxmlformats.org/officeDocument/2006/relationships/image" Target="../media/image43.png"/></Relationships>
</file>

<file path=ppt/slides/_rels/slide17.xml.rels><?xml version="1.0" encoding="UTF-8" standalone="yes"?>
<Relationships xmlns="http://schemas.openxmlformats.org/package/2006/relationships"><Relationship Id="rId8" Type="http://schemas.openxmlformats.org/officeDocument/2006/relationships/image" Target="../media/image44.png"/><Relationship Id="rId3" Type="http://schemas.microsoft.com/office/2007/relationships/media" Target="../media/media4.mp4"/><Relationship Id="rId7" Type="http://schemas.microsoft.com/office/2018/10/relationships/comments" Target="../comments/modernComment_113_3E0794D9.xml"/><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notesSlide" Target="../notesSlides/notesSlide15.xml"/><Relationship Id="rId5" Type="http://schemas.openxmlformats.org/officeDocument/2006/relationships/slideLayout" Target="../slideLayouts/slideLayout2.xml"/><Relationship Id="rId10" Type="http://schemas.openxmlformats.org/officeDocument/2006/relationships/image" Target="../media/image46.png"/><Relationship Id="rId4" Type="http://schemas.openxmlformats.org/officeDocument/2006/relationships/video" Target="../media/media4.mp4"/><Relationship Id="rId9"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1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BBE4477-9D61-13F8-61FA-9BF5B11DC0E4}"/>
              </a:ext>
            </a:extLst>
          </p:cNvPr>
          <p:cNvSpPr>
            <a:spLocks noGrp="1"/>
          </p:cNvSpPr>
          <p:nvPr>
            <p:ph type="ctrTitle"/>
          </p:nvPr>
        </p:nvSpPr>
        <p:spPr>
          <a:xfrm>
            <a:off x="1774372" y="1577543"/>
            <a:ext cx="9144000" cy="1530655"/>
          </a:xfrm>
        </p:spPr>
        <p:txBody>
          <a:bodyPr/>
          <a:lstStyle/>
          <a:p>
            <a:r>
              <a:rPr lang="en-US" dirty="0"/>
              <a:t>Probability</a:t>
            </a:r>
          </a:p>
        </p:txBody>
      </p:sp>
      <p:sp>
        <p:nvSpPr>
          <p:cNvPr id="5" name="Subtitle 2">
            <a:extLst>
              <a:ext uri="{FF2B5EF4-FFF2-40B4-BE49-F238E27FC236}">
                <a16:creationId xmlns:a16="http://schemas.microsoft.com/office/drawing/2014/main" id="{2973A68C-BA32-FFF6-B290-9E6BBBAADE39}"/>
              </a:ext>
            </a:extLst>
          </p:cNvPr>
          <p:cNvSpPr>
            <a:spLocks noGrp="1"/>
          </p:cNvSpPr>
          <p:nvPr>
            <p:ph type="subTitle" idx="1"/>
          </p:nvPr>
        </p:nvSpPr>
        <p:spPr>
          <a:xfrm>
            <a:off x="1774372" y="3518058"/>
            <a:ext cx="9144000" cy="512762"/>
          </a:xfrm>
        </p:spPr>
        <p:txBody>
          <a:bodyPr/>
          <a:lstStyle/>
          <a:p>
            <a:r>
              <a:rPr lang="en-US" dirty="0"/>
              <a:t>RCDS Statistics Foundations</a:t>
            </a:r>
          </a:p>
        </p:txBody>
      </p:sp>
      <p:sp>
        <p:nvSpPr>
          <p:cNvPr id="6" name="Subtitle 2">
            <a:extLst>
              <a:ext uri="{FF2B5EF4-FFF2-40B4-BE49-F238E27FC236}">
                <a16:creationId xmlns:a16="http://schemas.microsoft.com/office/drawing/2014/main" id="{9C017944-85F1-E97C-EB83-FF0BC339185E}"/>
              </a:ext>
            </a:extLst>
          </p:cNvPr>
          <p:cNvSpPr txBox="1">
            <a:spLocks/>
          </p:cNvSpPr>
          <p:nvPr/>
        </p:nvSpPr>
        <p:spPr>
          <a:xfrm>
            <a:off x="5529144" y="5763913"/>
            <a:ext cx="1634457" cy="434861"/>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25/03/2026</a:t>
            </a:r>
          </a:p>
        </p:txBody>
      </p:sp>
      <p:pic>
        <p:nvPicPr>
          <p:cNvPr id="7" name="Picture 6" descr="Random Number Generator - App on the Amazon Appstore">
            <a:extLst>
              <a:ext uri="{FF2B5EF4-FFF2-40B4-BE49-F238E27FC236}">
                <a16:creationId xmlns:a16="http://schemas.microsoft.com/office/drawing/2014/main" id="{BC2EE55A-BA25-A3D4-B2B6-3FBC11048E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8565" y="3317009"/>
            <a:ext cx="2190523" cy="219052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Random Number Generator - App on the Amazon Appstore">
            <a:extLst>
              <a:ext uri="{FF2B5EF4-FFF2-40B4-BE49-F238E27FC236}">
                <a16:creationId xmlns:a16="http://schemas.microsoft.com/office/drawing/2014/main" id="{53551896-EED2-095C-A8E5-9ED13A89D0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827663">
            <a:off x="9630393" y="1247609"/>
            <a:ext cx="2190523" cy="2190523"/>
          </a:xfrm>
          <a:prstGeom prst="rect">
            <a:avLst/>
          </a:prstGeom>
          <a:noFill/>
          <a:extLst>
            <a:ext uri="{909E8E84-426E-40DD-AFC4-6F175D3DCCD1}">
              <a14:hiddenFill xmlns:a14="http://schemas.microsoft.com/office/drawing/2010/main">
                <a:solidFill>
                  <a:srgbClr val="FFFFFF"/>
                </a:solidFill>
              </a14:hiddenFill>
            </a:ext>
          </a:extLst>
        </p:spPr>
      </p:pic>
      <p:sp>
        <p:nvSpPr>
          <p:cNvPr id="2" name="Subtitle 2">
            <a:extLst>
              <a:ext uri="{FF2B5EF4-FFF2-40B4-BE49-F238E27FC236}">
                <a16:creationId xmlns:a16="http://schemas.microsoft.com/office/drawing/2014/main" id="{6E00934E-D88B-049A-06FA-0913527BA3E4}"/>
              </a:ext>
            </a:extLst>
          </p:cNvPr>
          <p:cNvSpPr txBox="1">
            <a:spLocks/>
          </p:cNvSpPr>
          <p:nvPr/>
        </p:nvSpPr>
        <p:spPr>
          <a:xfrm>
            <a:off x="4552142" y="5251151"/>
            <a:ext cx="3588460" cy="512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Aida Sanchez Ricol</a:t>
            </a:r>
          </a:p>
        </p:txBody>
      </p:sp>
    </p:spTree>
    <p:extLst>
      <p:ext uri="{BB962C8B-B14F-4D97-AF65-F5344CB8AC3E}">
        <p14:creationId xmlns:p14="http://schemas.microsoft.com/office/powerpoint/2010/main" val="2772805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D918D03-E32E-14C8-3164-951930DE8E0C}"/>
              </a:ext>
            </a:extLst>
          </p:cNvPr>
          <p:cNvSpPr txBox="1">
            <a:spLocks/>
          </p:cNvSpPr>
          <p:nvPr/>
        </p:nvSpPr>
        <p:spPr>
          <a:xfrm>
            <a:off x="696686" y="1863941"/>
            <a:ext cx="98298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dirty="0"/>
              <a:t>Experimental samples can be described by different metrics:</a:t>
            </a:r>
          </a:p>
          <a:p>
            <a:endParaRPr lang="en-US" sz="2000" dirty="0"/>
          </a:p>
        </p:txBody>
      </p:sp>
      <p:sp>
        <p:nvSpPr>
          <p:cNvPr id="5" name="Title 1">
            <a:extLst>
              <a:ext uri="{FF2B5EF4-FFF2-40B4-BE49-F238E27FC236}">
                <a16:creationId xmlns:a16="http://schemas.microsoft.com/office/drawing/2014/main" id="{4FA09DFF-EE87-DBBC-77CC-CA92A9860658}"/>
              </a:ext>
            </a:extLst>
          </p:cNvPr>
          <p:cNvSpPr>
            <a:spLocks noGrp="1"/>
          </p:cNvSpPr>
          <p:nvPr>
            <p:ph type="title"/>
          </p:nvPr>
        </p:nvSpPr>
        <p:spPr>
          <a:xfrm>
            <a:off x="838200" y="-102961"/>
            <a:ext cx="10515600" cy="1325563"/>
          </a:xfrm>
        </p:spPr>
        <p:txBody>
          <a:bodyPr>
            <a:normAutofit/>
          </a:bodyPr>
          <a:lstStyle/>
          <a:p>
            <a:r>
              <a:rPr lang="en-US" sz="3200" dirty="0"/>
              <a:t>Introduction</a:t>
            </a:r>
          </a:p>
        </p:txBody>
      </p:sp>
      <p:sp>
        <p:nvSpPr>
          <p:cNvPr id="6" name="Date Placeholder 5">
            <a:extLst>
              <a:ext uri="{FF2B5EF4-FFF2-40B4-BE49-F238E27FC236}">
                <a16:creationId xmlns:a16="http://schemas.microsoft.com/office/drawing/2014/main" id="{378861D4-65AD-82A6-C6F4-5CE50903AA28}"/>
              </a:ext>
            </a:extLst>
          </p:cNvPr>
          <p:cNvSpPr>
            <a:spLocks noGrp="1"/>
          </p:cNvSpPr>
          <p:nvPr>
            <p:ph type="dt" sz="half" idx="10"/>
          </p:nvPr>
        </p:nvSpPr>
        <p:spPr/>
        <p:txBody>
          <a:bodyPr/>
          <a:lstStyle/>
          <a:p>
            <a:r>
              <a:rPr lang="en-GB"/>
              <a:t>25/03/26</a:t>
            </a:r>
            <a:endParaRPr lang="en-US"/>
          </a:p>
        </p:txBody>
      </p:sp>
      <p:sp>
        <p:nvSpPr>
          <p:cNvPr id="7" name="Footer Placeholder 6">
            <a:extLst>
              <a:ext uri="{FF2B5EF4-FFF2-40B4-BE49-F238E27FC236}">
                <a16:creationId xmlns:a16="http://schemas.microsoft.com/office/drawing/2014/main" id="{9A133287-F407-84DC-61B3-DB0278934F0D}"/>
              </a:ext>
            </a:extLst>
          </p:cNvPr>
          <p:cNvSpPr>
            <a:spLocks noGrp="1"/>
          </p:cNvSpPr>
          <p:nvPr>
            <p:ph type="ftr" sz="quarter" idx="11"/>
          </p:nvPr>
        </p:nvSpPr>
        <p:spPr/>
        <p:txBody>
          <a:bodyPr/>
          <a:lstStyle/>
          <a:p>
            <a:r>
              <a:rPr lang="en-US"/>
              <a:t>Aida Sanchez Ricol - Probability</a:t>
            </a:r>
          </a:p>
        </p:txBody>
      </p:sp>
      <p:sp>
        <p:nvSpPr>
          <p:cNvPr id="8" name="Slide Number Placeholder 7">
            <a:extLst>
              <a:ext uri="{FF2B5EF4-FFF2-40B4-BE49-F238E27FC236}">
                <a16:creationId xmlns:a16="http://schemas.microsoft.com/office/drawing/2014/main" id="{318B415E-07E4-01C1-E6AE-DC8F263174DF}"/>
              </a:ext>
            </a:extLst>
          </p:cNvPr>
          <p:cNvSpPr>
            <a:spLocks noGrp="1"/>
          </p:cNvSpPr>
          <p:nvPr>
            <p:ph type="sldNum" sz="quarter" idx="12"/>
          </p:nvPr>
        </p:nvSpPr>
        <p:spPr/>
        <p:txBody>
          <a:bodyPr/>
          <a:lstStyle/>
          <a:p>
            <a:fld id="{CD8A0FDF-4F91-7341-808B-3919AC0D856E}" type="slidenum">
              <a:rPr lang="en-US" smtClean="0"/>
              <a:t>2</a:t>
            </a:fld>
            <a:endParaRPr lang="en-US"/>
          </a:p>
        </p:txBody>
      </p:sp>
      <p:sp>
        <p:nvSpPr>
          <p:cNvPr id="10" name="TextBox 9">
            <a:extLst>
              <a:ext uri="{FF2B5EF4-FFF2-40B4-BE49-F238E27FC236}">
                <a16:creationId xmlns:a16="http://schemas.microsoft.com/office/drawing/2014/main" id="{77BD7E57-34A0-827B-E8BB-8670E299AACD}"/>
              </a:ext>
            </a:extLst>
          </p:cNvPr>
          <p:cNvSpPr txBox="1"/>
          <p:nvPr/>
        </p:nvSpPr>
        <p:spPr>
          <a:xfrm>
            <a:off x="604520" y="3169123"/>
            <a:ext cx="7335520" cy="1323439"/>
          </a:xfrm>
          <a:prstGeom prst="rect">
            <a:avLst/>
          </a:prstGeom>
          <a:noFill/>
        </p:spPr>
        <p:txBody>
          <a:bodyPr wrap="square">
            <a:spAutoFit/>
          </a:bodyPr>
          <a:lstStyle/>
          <a:p>
            <a:endParaRPr lang="en-US" sz="2000" dirty="0"/>
          </a:p>
          <a:p>
            <a:pPr marL="342900" indent="-342900">
              <a:buFont typeface="Arial" panose="020B0604020202020204" pitchFamily="34" charset="0"/>
              <a:buChar char="•"/>
            </a:pPr>
            <a:r>
              <a:rPr lang="en-US" sz="2000" b="1" dirty="0"/>
              <a:t>Location</a:t>
            </a:r>
            <a:r>
              <a:rPr lang="en-US" sz="2000" dirty="0"/>
              <a:t> parameters: mean, median, mode</a:t>
            </a:r>
          </a:p>
          <a:p>
            <a:pPr marL="342900" indent="-342900">
              <a:buFont typeface="Arial" panose="020B0604020202020204" pitchFamily="34" charset="0"/>
              <a:buChar char="•"/>
            </a:pPr>
            <a:r>
              <a:rPr lang="en-US" sz="2000" b="1" dirty="0"/>
              <a:t>Scaling</a:t>
            </a:r>
            <a:r>
              <a:rPr lang="en-US" sz="2000" dirty="0"/>
              <a:t> parameters: standard deviation</a:t>
            </a:r>
          </a:p>
          <a:p>
            <a:pPr marL="342900" indent="-342900">
              <a:buFont typeface="Arial" panose="020B0604020202020204" pitchFamily="34" charset="0"/>
              <a:buChar char="•"/>
            </a:pPr>
            <a:r>
              <a:rPr lang="en-US" sz="2000" b="1" dirty="0"/>
              <a:t>Shape</a:t>
            </a:r>
            <a:r>
              <a:rPr lang="en-US" sz="2000" dirty="0"/>
              <a:t> parameters: skewness, kurtosis</a:t>
            </a:r>
          </a:p>
        </p:txBody>
      </p:sp>
      <p:pic>
        <p:nvPicPr>
          <p:cNvPr id="11" name="Picture 10">
            <a:extLst>
              <a:ext uri="{FF2B5EF4-FFF2-40B4-BE49-F238E27FC236}">
                <a16:creationId xmlns:a16="http://schemas.microsoft.com/office/drawing/2014/main" id="{CE70FDFF-B5AA-ED1D-F15D-F99495C234D5}"/>
              </a:ext>
            </a:extLst>
          </p:cNvPr>
          <p:cNvPicPr>
            <a:picLocks noChangeAspect="1"/>
          </p:cNvPicPr>
          <p:nvPr/>
        </p:nvPicPr>
        <p:blipFill>
          <a:blip r:embed="rId2"/>
          <a:stretch>
            <a:fillRect/>
          </a:stretch>
        </p:blipFill>
        <p:spPr>
          <a:xfrm>
            <a:off x="7338869" y="2732304"/>
            <a:ext cx="4248611" cy="3369074"/>
          </a:xfrm>
          <a:prstGeom prst="rect">
            <a:avLst/>
          </a:prstGeom>
        </p:spPr>
      </p:pic>
      <p:sp>
        <p:nvSpPr>
          <p:cNvPr id="12" name="AutoShape 2" descr="Tuberculate abalone - Conxemar">
            <a:extLst>
              <a:ext uri="{FF2B5EF4-FFF2-40B4-BE49-F238E27FC236}">
                <a16:creationId xmlns:a16="http://schemas.microsoft.com/office/drawing/2014/main" id="{8FFDDC34-8387-9A25-E6F0-08CA726D9F9A}"/>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3" name="AutoShape 4" descr="Tuberculate abalone - Conxemar">
            <a:extLst>
              <a:ext uri="{FF2B5EF4-FFF2-40B4-BE49-F238E27FC236}">
                <a16:creationId xmlns:a16="http://schemas.microsoft.com/office/drawing/2014/main" id="{7A6C14D7-1501-328E-8F17-C2849B718148}"/>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AutoShape 6" descr="Tuberculate abalone - Conxemar">
            <a:extLst>
              <a:ext uri="{FF2B5EF4-FFF2-40B4-BE49-F238E27FC236}">
                <a16:creationId xmlns:a16="http://schemas.microsoft.com/office/drawing/2014/main" id="{59AA5666-FBFE-126C-954B-023C54431CC4}"/>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6" name="Picture 15" descr="A close-up of a sea shell&#10;&#10;AI-generated content may be incorrect.">
            <a:extLst>
              <a:ext uri="{FF2B5EF4-FFF2-40B4-BE49-F238E27FC236}">
                <a16:creationId xmlns:a16="http://schemas.microsoft.com/office/drawing/2014/main" id="{AC736BEB-97D6-5F78-3F1A-6145ADDD3DDD}"/>
              </a:ext>
            </a:extLst>
          </p:cNvPr>
          <p:cNvPicPr>
            <a:picLocks noChangeAspect="1"/>
          </p:cNvPicPr>
          <p:nvPr/>
        </p:nvPicPr>
        <p:blipFill>
          <a:blip r:embed="rId3"/>
          <a:stretch>
            <a:fillRect/>
          </a:stretch>
        </p:blipFill>
        <p:spPr>
          <a:xfrm>
            <a:off x="8911590" y="1217316"/>
            <a:ext cx="1514077" cy="1068070"/>
          </a:xfrm>
          <a:prstGeom prst="rect">
            <a:avLst/>
          </a:prstGeom>
        </p:spPr>
      </p:pic>
      <p:sp>
        <p:nvSpPr>
          <p:cNvPr id="17" name="Rectangle 16">
            <a:extLst>
              <a:ext uri="{FF2B5EF4-FFF2-40B4-BE49-F238E27FC236}">
                <a16:creationId xmlns:a16="http://schemas.microsoft.com/office/drawing/2014/main" id="{DC7AA280-0B14-1F0E-E5BA-FE79600BD47E}"/>
              </a:ext>
            </a:extLst>
          </p:cNvPr>
          <p:cNvSpPr/>
          <p:nvPr/>
        </p:nvSpPr>
        <p:spPr>
          <a:xfrm>
            <a:off x="8816622" y="2150533"/>
            <a:ext cx="203200" cy="2144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22BB2117-3B41-CC21-B7D3-1F30B9E0D1F2}"/>
              </a:ext>
            </a:extLst>
          </p:cNvPr>
          <p:cNvSpPr/>
          <p:nvPr/>
        </p:nvSpPr>
        <p:spPr>
          <a:xfrm>
            <a:off x="9270346" y="5869636"/>
            <a:ext cx="796563" cy="231742"/>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AF4739F-D9E6-F416-AC74-5ECB86C98A19}"/>
              </a:ext>
            </a:extLst>
          </p:cNvPr>
          <p:cNvSpPr txBox="1"/>
          <p:nvPr/>
        </p:nvSpPr>
        <p:spPr>
          <a:xfrm>
            <a:off x="7433837" y="6202461"/>
            <a:ext cx="1477753" cy="307777"/>
          </a:xfrm>
          <a:prstGeom prst="rect">
            <a:avLst/>
          </a:prstGeom>
          <a:noFill/>
        </p:spPr>
        <p:txBody>
          <a:bodyPr wrap="square">
            <a:spAutoFit/>
          </a:bodyPr>
          <a:lstStyle/>
          <a:p>
            <a:r>
              <a:rPr lang="en-US" sz="1400" dirty="0"/>
              <a:t>random variable</a:t>
            </a:r>
          </a:p>
        </p:txBody>
      </p:sp>
      <p:cxnSp>
        <p:nvCxnSpPr>
          <p:cNvPr id="23" name="Straight Arrow Connector 22">
            <a:extLst>
              <a:ext uri="{FF2B5EF4-FFF2-40B4-BE49-F238E27FC236}">
                <a16:creationId xmlns:a16="http://schemas.microsoft.com/office/drawing/2014/main" id="{2CFF2B7A-D821-6EA3-837C-8A3CC65D7888}"/>
              </a:ext>
            </a:extLst>
          </p:cNvPr>
          <p:cNvCxnSpPr>
            <a:cxnSpLocks/>
          </p:cNvCxnSpPr>
          <p:nvPr/>
        </p:nvCxnSpPr>
        <p:spPr>
          <a:xfrm flipH="1">
            <a:off x="8816622" y="6041897"/>
            <a:ext cx="504524" cy="314452"/>
          </a:xfrm>
          <a:prstGeom prst="straightConnector1">
            <a:avLst/>
          </a:prstGeom>
          <a:ln>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A934A8D0-BE55-5EF5-BBBB-77C5B71C1BE4}"/>
              </a:ext>
            </a:extLst>
          </p:cNvPr>
          <p:cNvSpPr/>
          <p:nvPr/>
        </p:nvSpPr>
        <p:spPr>
          <a:xfrm rot="5400000">
            <a:off x="7056458" y="4233382"/>
            <a:ext cx="796563" cy="231742"/>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8429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1" grpId="0"/>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DCC6C-0C90-023F-A5BC-63547E83A23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4FE22DB-D264-30F5-2D2C-8211E0A93321}"/>
              </a:ext>
            </a:extLst>
          </p:cNvPr>
          <p:cNvPicPr>
            <a:picLocks noChangeAspect="1"/>
          </p:cNvPicPr>
          <p:nvPr/>
        </p:nvPicPr>
        <p:blipFill>
          <a:blip r:embed="rId2"/>
          <a:stretch>
            <a:fillRect/>
          </a:stretch>
        </p:blipFill>
        <p:spPr>
          <a:xfrm>
            <a:off x="7338869" y="2732304"/>
            <a:ext cx="4248611" cy="3369074"/>
          </a:xfrm>
          <a:prstGeom prst="rect">
            <a:avLst/>
          </a:prstGeom>
        </p:spPr>
      </p:pic>
      <p:sp>
        <p:nvSpPr>
          <p:cNvPr id="5" name="Title 1">
            <a:extLst>
              <a:ext uri="{FF2B5EF4-FFF2-40B4-BE49-F238E27FC236}">
                <a16:creationId xmlns:a16="http://schemas.microsoft.com/office/drawing/2014/main" id="{A7FFECDF-7E59-690A-9416-8FB639001202}"/>
              </a:ext>
            </a:extLst>
          </p:cNvPr>
          <p:cNvSpPr>
            <a:spLocks noGrp="1"/>
          </p:cNvSpPr>
          <p:nvPr>
            <p:ph type="title"/>
          </p:nvPr>
        </p:nvSpPr>
        <p:spPr>
          <a:xfrm>
            <a:off x="838200" y="-102961"/>
            <a:ext cx="10515600" cy="1325563"/>
          </a:xfrm>
        </p:spPr>
        <p:txBody>
          <a:bodyPr>
            <a:normAutofit/>
          </a:bodyPr>
          <a:lstStyle/>
          <a:p>
            <a:r>
              <a:rPr lang="en-US" sz="3200" dirty="0"/>
              <a:t>How likely are we to measure a specific value? </a:t>
            </a:r>
          </a:p>
        </p:txBody>
      </p:sp>
      <p:sp>
        <p:nvSpPr>
          <p:cNvPr id="6" name="Date Placeholder 5">
            <a:extLst>
              <a:ext uri="{FF2B5EF4-FFF2-40B4-BE49-F238E27FC236}">
                <a16:creationId xmlns:a16="http://schemas.microsoft.com/office/drawing/2014/main" id="{AE0A5176-BCE5-DBCF-BE2C-F0073B2484A4}"/>
              </a:ext>
            </a:extLst>
          </p:cNvPr>
          <p:cNvSpPr>
            <a:spLocks noGrp="1"/>
          </p:cNvSpPr>
          <p:nvPr>
            <p:ph type="dt" sz="half" idx="10"/>
          </p:nvPr>
        </p:nvSpPr>
        <p:spPr/>
        <p:txBody>
          <a:bodyPr/>
          <a:lstStyle/>
          <a:p>
            <a:r>
              <a:rPr lang="en-GB"/>
              <a:t>25/03/26</a:t>
            </a:r>
            <a:endParaRPr lang="en-US"/>
          </a:p>
        </p:txBody>
      </p:sp>
      <p:sp>
        <p:nvSpPr>
          <p:cNvPr id="7" name="Footer Placeholder 6">
            <a:extLst>
              <a:ext uri="{FF2B5EF4-FFF2-40B4-BE49-F238E27FC236}">
                <a16:creationId xmlns:a16="http://schemas.microsoft.com/office/drawing/2014/main" id="{D25920EA-1DB5-24B0-342D-B2150A56F1BD}"/>
              </a:ext>
            </a:extLst>
          </p:cNvPr>
          <p:cNvSpPr>
            <a:spLocks noGrp="1"/>
          </p:cNvSpPr>
          <p:nvPr>
            <p:ph type="ftr" sz="quarter" idx="11"/>
          </p:nvPr>
        </p:nvSpPr>
        <p:spPr/>
        <p:txBody>
          <a:bodyPr/>
          <a:lstStyle/>
          <a:p>
            <a:r>
              <a:rPr lang="en-US"/>
              <a:t>Aida Sanchez Ricol - Probability</a:t>
            </a:r>
          </a:p>
        </p:txBody>
      </p:sp>
      <p:sp>
        <p:nvSpPr>
          <p:cNvPr id="8" name="Slide Number Placeholder 7">
            <a:extLst>
              <a:ext uri="{FF2B5EF4-FFF2-40B4-BE49-F238E27FC236}">
                <a16:creationId xmlns:a16="http://schemas.microsoft.com/office/drawing/2014/main" id="{49D1F950-0BD5-0714-9F52-347D0F57984F}"/>
              </a:ext>
            </a:extLst>
          </p:cNvPr>
          <p:cNvSpPr>
            <a:spLocks noGrp="1"/>
          </p:cNvSpPr>
          <p:nvPr>
            <p:ph type="sldNum" sz="quarter" idx="12"/>
          </p:nvPr>
        </p:nvSpPr>
        <p:spPr/>
        <p:txBody>
          <a:bodyPr/>
          <a:lstStyle/>
          <a:p>
            <a:fld id="{CD8A0FDF-4F91-7341-808B-3919AC0D856E}" type="slidenum">
              <a:rPr lang="en-US" smtClean="0"/>
              <a:t>3</a:t>
            </a:fld>
            <a:endParaRPr lang="en-US"/>
          </a:p>
        </p:txBody>
      </p:sp>
      <p:sp>
        <p:nvSpPr>
          <p:cNvPr id="10" name="TextBox 9">
            <a:extLst>
              <a:ext uri="{FF2B5EF4-FFF2-40B4-BE49-F238E27FC236}">
                <a16:creationId xmlns:a16="http://schemas.microsoft.com/office/drawing/2014/main" id="{CA13E590-2E1F-A69F-E9B3-B6211FFA5443}"/>
              </a:ext>
            </a:extLst>
          </p:cNvPr>
          <p:cNvSpPr txBox="1"/>
          <p:nvPr/>
        </p:nvSpPr>
        <p:spPr>
          <a:xfrm>
            <a:off x="604520" y="3873093"/>
            <a:ext cx="6499665" cy="707886"/>
          </a:xfrm>
          <a:prstGeom prst="rect">
            <a:avLst/>
          </a:prstGeom>
          <a:noFill/>
        </p:spPr>
        <p:txBody>
          <a:bodyPr wrap="square">
            <a:spAutoFit/>
          </a:bodyPr>
          <a:lstStyle/>
          <a:p>
            <a:pPr marL="342900" indent="-342900">
              <a:buFont typeface="Arial" panose="020B0604020202020204" pitchFamily="34" charset="0"/>
              <a:buChar char="•"/>
            </a:pPr>
            <a:r>
              <a:rPr lang="en-US" sz="2000" dirty="0"/>
              <a:t>Probability theory can help gain information from a reduced subset of the population</a:t>
            </a:r>
          </a:p>
        </p:txBody>
      </p:sp>
      <p:sp>
        <p:nvSpPr>
          <p:cNvPr id="12" name="AutoShape 2" descr="Tuberculate abalone - Conxemar">
            <a:extLst>
              <a:ext uri="{FF2B5EF4-FFF2-40B4-BE49-F238E27FC236}">
                <a16:creationId xmlns:a16="http://schemas.microsoft.com/office/drawing/2014/main" id="{FF30C6EC-1027-6351-5C9A-CABFC7FF6263}"/>
              </a:ext>
            </a:extLst>
          </p:cNvPr>
          <p:cNvSpPr>
            <a:spLocks noChangeAspect="1" noChangeArrowheads="1"/>
          </p:cNvSpPr>
          <p:nvPr/>
        </p:nvSpPr>
        <p:spPr bwMode="auto">
          <a:xfrm>
            <a:off x="5943600" y="38979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3" name="AutoShape 4" descr="Tuberculate abalone - Conxemar">
            <a:extLst>
              <a:ext uri="{FF2B5EF4-FFF2-40B4-BE49-F238E27FC236}">
                <a16:creationId xmlns:a16="http://schemas.microsoft.com/office/drawing/2014/main" id="{2462E77B-1383-D370-AEB6-FC0C80A5A5D8}"/>
              </a:ext>
            </a:extLst>
          </p:cNvPr>
          <p:cNvSpPr>
            <a:spLocks noChangeAspect="1" noChangeArrowheads="1"/>
          </p:cNvSpPr>
          <p:nvPr/>
        </p:nvSpPr>
        <p:spPr bwMode="auto">
          <a:xfrm>
            <a:off x="6096000" y="40503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AutoShape 6" descr="Tuberculate abalone - Conxemar">
            <a:extLst>
              <a:ext uri="{FF2B5EF4-FFF2-40B4-BE49-F238E27FC236}">
                <a16:creationId xmlns:a16="http://schemas.microsoft.com/office/drawing/2014/main" id="{9CD0E87E-E957-2A3B-3F5A-9C47521CDF8E}"/>
              </a:ext>
            </a:extLst>
          </p:cNvPr>
          <p:cNvSpPr>
            <a:spLocks noChangeAspect="1" noChangeArrowheads="1"/>
          </p:cNvSpPr>
          <p:nvPr/>
        </p:nvSpPr>
        <p:spPr bwMode="auto">
          <a:xfrm>
            <a:off x="6248400" y="4202723"/>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6" name="Picture 15" descr="A close-up of a sea shell&#10;&#10;AI-generated content may be incorrect.">
            <a:extLst>
              <a:ext uri="{FF2B5EF4-FFF2-40B4-BE49-F238E27FC236}">
                <a16:creationId xmlns:a16="http://schemas.microsoft.com/office/drawing/2014/main" id="{5E43CEA9-444E-5C3D-A241-B5A3975681BC}"/>
              </a:ext>
            </a:extLst>
          </p:cNvPr>
          <p:cNvPicPr>
            <a:picLocks noChangeAspect="1"/>
          </p:cNvPicPr>
          <p:nvPr/>
        </p:nvPicPr>
        <p:blipFill>
          <a:blip r:embed="rId3"/>
          <a:stretch>
            <a:fillRect/>
          </a:stretch>
        </p:blipFill>
        <p:spPr>
          <a:xfrm>
            <a:off x="8911590" y="1217316"/>
            <a:ext cx="1514077" cy="1068070"/>
          </a:xfrm>
          <a:prstGeom prst="rect">
            <a:avLst/>
          </a:prstGeom>
        </p:spPr>
      </p:pic>
      <p:sp>
        <p:nvSpPr>
          <p:cNvPr id="17" name="Rectangle 16">
            <a:extLst>
              <a:ext uri="{FF2B5EF4-FFF2-40B4-BE49-F238E27FC236}">
                <a16:creationId xmlns:a16="http://schemas.microsoft.com/office/drawing/2014/main" id="{22CFAEBD-F4B9-96CD-E5F0-83316068B833}"/>
              </a:ext>
            </a:extLst>
          </p:cNvPr>
          <p:cNvSpPr/>
          <p:nvPr/>
        </p:nvSpPr>
        <p:spPr>
          <a:xfrm>
            <a:off x="8816622" y="2150533"/>
            <a:ext cx="203200" cy="2144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55870EE-2621-669E-546E-293ED89EF10C}"/>
              </a:ext>
            </a:extLst>
          </p:cNvPr>
          <p:cNvPicPr>
            <a:picLocks noChangeAspect="1"/>
          </p:cNvPicPr>
          <p:nvPr/>
        </p:nvPicPr>
        <p:blipFill>
          <a:blip r:embed="rId4"/>
          <a:stretch>
            <a:fillRect/>
          </a:stretch>
        </p:blipFill>
        <p:spPr>
          <a:xfrm>
            <a:off x="7368683" y="2728125"/>
            <a:ext cx="4218797" cy="3369074"/>
          </a:xfrm>
          <a:prstGeom prst="rect">
            <a:avLst/>
          </a:prstGeom>
        </p:spPr>
      </p:pic>
      <p:sp>
        <p:nvSpPr>
          <p:cNvPr id="15" name="TextBox 14">
            <a:extLst>
              <a:ext uri="{FF2B5EF4-FFF2-40B4-BE49-F238E27FC236}">
                <a16:creationId xmlns:a16="http://schemas.microsoft.com/office/drawing/2014/main" id="{D973B8B1-B4CB-E1B9-4D05-199841EEABD3}"/>
              </a:ext>
            </a:extLst>
          </p:cNvPr>
          <p:cNvSpPr txBox="1"/>
          <p:nvPr/>
        </p:nvSpPr>
        <p:spPr>
          <a:xfrm>
            <a:off x="993531" y="2899854"/>
            <a:ext cx="1154723" cy="400110"/>
          </a:xfrm>
          <a:prstGeom prst="rect">
            <a:avLst/>
          </a:prstGeom>
          <a:noFill/>
        </p:spPr>
        <p:txBody>
          <a:bodyPr wrap="square">
            <a:spAutoFit/>
          </a:bodyPr>
          <a:lstStyle/>
          <a:p>
            <a:r>
              <a:rPr lang="en-US" sz="2000" dirty="0"/>
              <a:t>sample</a:t>
            </a:r>
          </a:p>
        </p:txBody>
      </p:sp>
      <p:sp>
        <p:nvSpPr>
          <p:cNvPr id="24" name="TextBox 23">
            <a:extLst>
              <a:ext uri="{FF2B5EF4-FFF2-40B4-BE49-F238E27FC236}">
                <a16:creationId xmlns:a16="http://schemas.microsoft.com/office/drawing/2014/main" id="{F65964B0-D663-7126-3602-B2BDD58FA330}"/>
              </a:ext>
            </a:extLst>
          </p:cNvPr>
          <p:cNvSpPr txBox="1"/>
          <p:nvPr/>
        </p:nvSpPr>
        <p:spPr>
          <a:xfrm>
            <a:off x="4085492" y="2915820"/>
            <a:ext cx="1451708" cy="400110"/>
          </a:xfrm>
          <a:prstGeom prst="rect">
            <a:avLst/>
          </a:prstGeom>
          <a:noFill/>
        </p:spPr>
        <p:txBody>
          <a:bodyPr wrap="square">
            <a:spAutoFit/>
          </a:bodyPr>
          <a:lstStyle/>
          <a:p>
            <a:r>
              <a:rPr lang="en-US" sz="2000" dirty="0"/>
              <a:t>population</a:t>
            </a:r>
          </a:p>
        </p:txBody>
      </p:sp>
      <p:cxnSp>
        <p:nvCxnSpPr>
          <p:cNvPr id="26" name="Straight Arrow Connector 25">
            <a:extLst>
              <a:ext uri="{FF2B5EF4-FFF2-40B4-BE49-F238E27FC236}">
                <a16:creationId xmlns:a16="http://schemas.microsoft.com/office/drawing/2014/main" id="{7C144118-433D-58E2-BC68-1D4DA2ADC254}"/>
              </a:ext>
            </a:extLst>
          </p:cNvPr>
          <p:cNvCxnSpPr>
            <a:cxnSpLocks/>
          </p:cNvCxnSpPr>
          <p:nvPr/>
        </p:nvCxnSpPr>
        <p:spPr>
          <a:xfrm>
            <a:off x="2148254" y="3100486"/>
            <a:ext cx="1721992" cy="0"/>
          </a:xfrm>
          <a:prstGeom prst="straightConnector1">
            <a:avLst/>
          </a:prstGeom>
          <a:ln>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5C16FE5F-79F6-BD57-174A-BD1E235A5251}"/>
              </a:ext>
            </a:extLst>
          </p:cNvPr>
          <p:cNvSpPr txBox="1"/>
          <p:nvPr/>
        </p:nvSpPr>
        <p:spPr>
          <a:xfrm>
            <a:off x="604520" y="2021685"/>
            <a:ext cx="7335520" cy="400110"/>
          </a:xfrm>
          <a:prstGeom prst="rect">
            <a:avLst/>
          </a:prstGeom>
          <a:noFill/>
        </p:spPr>
        <p:txBody>
          <a:bodyPr wrap="square">
            <a:spAutoFit/>
          </a:bodyPr>
          <a:lstStyle/>
          <a:p>
            <a:pPr marL="342900" indent="-342900">
              <a:buFont typeface="Arial" panose="020B0604020202020204" pitchFamily="34" charset="0"/>
              <a:buChar char="•"/>
            </a:pPr>
            <a:r>
              <a:rPr lang="en-US" sz="2000" dirty="0"/>
              <a:t>Goal of most science experiments:</a:t>
            </a:r>
          </a:p>
        </p:txBody>
      </p:sp>
    </p:spTree>
    <p:extLst>
      <p:ext uri="{BB962C8B-B14F-4D97-AF65-F5344CB8AC3E}">
        <p14:creationId xmlns:p14="http://schemas.microsoft.com/office/powerpoint/2010/main" val="2016515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7BF2F-D8DD-6F2E-C07D-E91E713EDE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AD3435-481C-AD7A-7F2E-FFF47CE4967C}"/>
              </a:ext>
            </a:extLst>
          </p:cNvPr>
          <p:cNvSpPr>
            <a:spLocks noGrp="1"/>
          </p:cNvSpPr>
          <p:nvPr>
            <p:ph type="title"/>
          </p:nvPr>
        </p:nvSpPr>
        <p:spPr>
          <a:xfrm>
            <a:off x="838200" y="-102961"/>
            <a:ext cx="10515600" cy="1325563"/>
          </a:xfrm>
        </p:spPr>
        <p:txBody>
          <a:bodyPr>
            <a:normAutofit/>
          </a:bodyPr>
          <a:lstStyle/>
          <a:p>
            <a:r>
              <a:rPr lang="en-US" sz="3200" dirty="0"/>
              <a:t>Probability values</a:t>
            </a:r>
          </a:p>
        </p:txBody>
      </p:sp>
      <p:cxnSp>
        <p:nvCxnSpPr>
          <p:cNvPr id="12" name="Straight Connector 11">
            <a:extLst>
              <a:ext uri="{FF2B5EF4-FFF2-40B4-BE49-F238E27FC236}">
                <a16:creationId xmlns:a16="http://schemas.microsoft.com/office/drawing/2014/main" id="{9B7C03C3-87B7-62A1-7675-FAB4AB57127B}"/>
              </a:ext>
            </a:extLst>
          </p:cNvPr>
          <p:cNvCxnSpPr/>
          <p:nvPr/>
        </p:nvCxnSpPr>
        <p:spPr>
          <a:xfrm>
            <a:off x="4151319" y="2462515"/>
            <a:ext cx="404552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DEB6B870-894E-5344-5905-BB4C142A29D6}"/>
              </a:ext>
            </a:extLst>
          </p:cNvPr>
          <p:cNvCxnSpPr>
            <a:cxnSpLocks/>
          </p:cNvCxnSpPr>
          <p:nvPr/>
        </p:nvCxnSpPr>
        <p:spPr>
          <a:xfrm>
            <a:off x="4151319" y="2310547"/>
            <a:ext cx="0" cy="303934"/>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04C722BC-D3A6-B3EF-333A-EF27721ABD99}"/>
              </a:ext>
            </a:extLst>
          </p:cNvPr>
          <p:cNvCxnSpPr>
            <a:cxnSpLocks/>
          </p:cNvCxnSpPr>
          <p:nvPr/>
        </p:nvCxnSpPr>
        <p:spPr>
          <a:xfrm>
            <a:off x="8196846" y="2329865"/>
            <a:ext cx="0" cy="284616"/>
          </a:xfrm>
          <a:prstGeom prst="line">
            <a:avLst/>
          </a:prstGeom>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91CC4AF0-44FE-D26B-088C-220DA2422C87}"/>
              </a:ext>
            </a:extLst>
          </p:cNvPr>
          <p:cNvSpPr txBox="1"/>
          <p:nvPr/>
        </p:nvSpPr>
        <p:spPr>
          <a:xfrm>
            <a:off x="3989691" y="2614481"/>
            <a:ext cx="323255" cy="369332"/>
          </a:xfrm>
          <a:prstGeom prst="rect">
            <a:avLst/>
          </a:prstGeom>
          <a:noFill/>
        </p:spPr>
        <p:txBody>
          <a:bodyPr wrap="square">
            <a:spAutoFit/>
          </a:bodyPr>
          <a:lstStyle/>
          <a:p>
            <a:r>
              <a:rPr lang="en-US" sz="1800" dirty="0"/>
              <a:t>0</a:t>
            </a:r>
            <a:endParaRPr lang="en-US" dirty="0"/>
          </a:p>
        </p:txBody>
      </p:sp>
      <p:sp>
        <p:nvSpPr>
          <p:cNvPr id="34" name="TextBox 33">
            <a:extLst>
              <a:ext uri="{FF2B5EF4-FFF2-40B4-BE49-F238E27FC236}">
                <a16:creationId xmlns:a16="http://schemas.microsoft.com/office/drawing/2014/main" id="{AAEE29B0-FB32-0090-3C9C-9279248A558A}"/>
              </a:ext>
            </a:extLst>
          </p:cNvPr>
          <p:cNvSpPr txBox="1"/>
          <p:nvPr/>
        </p:nvSpPr>
        <p:spPr>
          <a:xfrm>
            <a:off x="8035218" y="2614481"/>
            <a:ext cx="323255" cy="369332"/>
          </a:xfrm>
          <a:prstGeom prst="rect">
            <a:avLst/>
          </a:prstGeom>
          <a:noFill/>
        </p:spPr>
        <p:txBody>
          <a:bodyPr wrap="square">
            <a:spAutoFit/>
          </a:bodyPr>
          <a:lstStyle/>
          <a:p>
            <a:r>
              <a:rPr lang="en-US" sz="1800" dirty="0"/>
              <a:t>1</a:t>
            </a:r>
            <a:endParaRPr lang="en-US" dirty="0"/>
          </a:p>
        </p:txBody>
      </p:sp>
      <p:cxnSp>
        <p:nvCxnSpPr>
          <p:cNvPr id="36" name="Straight Arrow Connector 35">
            <a:extLst>
              <a:ext uri="{FF2B5EF4-FFF2-40B4-BE49-F238E27FC236}">
                <a16:creationId xmlns:a16="http://schemas.microsoft.com/office/drawing/2014/main" id="{DB9D6114-A3FC-2A10-4F21-23309588D338}"/>
              </a:ext>
            </a:extLst>
          </p:cNvPr>
          <p:cNvCxnSpPr/>
          <p:nvPr/>
        </p:nvCxnSpPr>
        <p:spPr>
          <a:xfrm flipV="1">
            <a:off x="3084718" y="2862401"/>
            <a:ext cx="904973" cy="2733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60189D39-5D57-55BE-EDB6-4C83EC9F293F}"/>
              </a:ext>
            </a:extLst>
          </p:cNvPr>
          <p:cNvSpPr txBox="1"/>
          <p:nvPr/>
        </p:nvSpPr>
        <p:spPr>
          <a:xfrm>
            <a:off x="1700549" y="3135778"/>
            <a:ext cx="3243763" cy="369332"/>
          </a:xfrm>
          <a:prstGeom prst="rect">
            <a:avLst/>
          </a:prstGeom>
          <a:noFill/>
        </p:spPr>
        <p:txBody>
          <a:bodyPr wrap="square">
            <a:spAutoFit/>
          </a:bodyPr>
          <a:lstStyle/>
          <a:p>
            <a:r>
              <a:rPr lang="en-US" sz="1800" dirty="0"/>
              <a:t>Certain I will never get this</a:t>
            </a:r>
            <a:endParaRPr lang="en-US" dirty="0"/>
          </a:p>
        </p:txBody>
      </p:sp>
      <p:sp>
        <p:nvSpPr>
          <p:cNvPr id="38" name="TextBox 37">
            <a:extLst>
              <a:ext uri="{FF2B5EF4-FFF2-40B4-BE49-F238E27FC236}">
                <a16:creationId xmlns:a16="http://schemas.microsoft.com/office/drawing/2014/main" id="{FAA84316-87DE-94C0-E4AF-E44B0E414BD7}"/>
              </a:ext>
            </a:extLst>
          </p:cNvPr>
          <p:cNvSpPr txBox="1"/>
          <p:nvPr/>
        </p:nvSpPr>
        <p:spPr>
          <a:xfrm>
            <a:off x="7409018" y="3187024"/>
            <a:ext cx="3243763" cy="369332"/>
          </a:xfrm>
          <a:prstGeom prst="rect">
            <a:avLst/>
          </a:prstGeom>
          <a:noFill/>
        </p:spPr>
        <p:txBody>
          <a:bodyPr wrap="square">
            <a:spAutoFit/>
          </a:bodyPr>
          <a:lstStyle/>
          <a:p>
            <a:r>
              <a:rPr lang="en-US" sz="1800" dirty="0"/>
              <a:t>Certain I will always get this</a:t>
            </a:r>
            <a:endParaRPr lang="en-US" dirty="0"/>
          </a:p>
        </p:txBody>
      </p:sp>
      <p:cxnSp>
        <p:nvCxnSpPr>
          <p:cNvPr id="39" name="Straight Arrow Connector 38">
            <a:extLst>
              <a:ext uri="{FF2B5EF4-FFF2-40B4-BE49-F238E27FC236}">
                <a16:creationId xmlns:a16="http://schemas.microsoft.com/office/drawing/2014/main" id="{241D8875-5A14-9B32-AA3D-05D003E57184}"/>
              </a:ext>
            </a:extLst>
          </p:cNvPr>
          <p:cNvCxnSpPr>
            <a:cxnSpLocks/>
          </p:cNvCxnSpPr>
          <p:nvPr/>
        </p:nvCxnSpPr>
        <p:spPr>
          <a:xfrm flipH="1" flipV="1">
            <a:off x="8358473" y="2874847"/>
            <a:ext cx="1029006" cy="2484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F7F6FB7-D9CF-2C48-4093-9432AC4B5E71}"/>
                  </a:ext>
                </a:extLst>
              </p:cNvPr>
              <p:cNvSpPr txBox="1"/>
              <p:nvPr/>
            </p:nvSpPr>
            <p:spPr>
              <a:xfrm>
                <a:off x="3293588" y="2293559"/>
                <a:ext cx="81048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d>
                        <m:dPr>
                          <m:ctrlPr>
                            <a:rPr lang="es-ES" sz="1800" b="0" i="1" dirty="0" smtClean="0">
                              <a:latin typeface="Cambria Math" panose="02040503050406030204" pitchFamily="18" charset="0"/>
                            </a:rPr>
                          </m:ctrlPr>
                        </m:dPr>
                        <m:e>
                          <m:r>
                            <a:rPr lang="es-ES" sz="1800" b="0" i="1" dirty="0" smtClean="0">
                              <a:latin typeface="Cambria Math" panose="02040503050406030204" pitchFamily="18" charset="0"/>
                            </a:rPr>
                            <m:t>𝑥</m:t>
                          </m:r>
                        </m:e>
                      </m:d>
                    </m:oMath>
                  </m:oMathPara>
                </a14:m>
                <a:endParaRPr lang="en-US" dirty="0"/>
              </a:p>
            </p:txBody>
          </p:sp>
        </mc:Choice>
        <mc:Fallback xmlns="">
          <p:sp>
            <p:nvSpPr>
              <p:cNvPr id="44" name="TextBox 43">
                <a:extLst>
                  <a:ext uri="{FF2B5EF4-FFF2-40B4-BE49-F238E27FC236}">
                    <a16:creationId xmlns:a16="http://schemas.microsoft.com/office/drawing/2014/main" id="{2F7F6FB7-D9CF-2C48-4093-9432AC4B5E71}"/>
                  </a:ext>
                </a:extLst>
              </p:cNvPr>
              <p:cNvSpPr txBox="1">
                <a:spLocks noRot="1" noChangeAspect="1" noMove="1" noResize="1" noEditPoints="1" noAdjustHandles="1" noChangeArrowheads="1" noChangeShapeType="1" noTextEdit="1"/>
              </p:cNvSpPr>
              <p:nvPr/>
            </p:nvSpPr>
            <p:spPr>
              <a:xfrm>
                <a:off x="3293588" y="2293559"/>
                <a:ext cx="810489" cy="369332"/>
              </a:xfrm>
              <a:prstGeom prst="rect">
                <a:avLst/>
              </a:prstGeom>
              <a:blipFill>
                <a:blip r:embed="rId3"/>
                <a:stretch>
                  <a:fillRect b="-10000"/>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901C1AA2-FD97-AE97-B307-400AC16AAF8F}"/>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BF9AF50E-A682-6DDA-C406-C6C87130C1BE}"/>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270F9D51-1B70-14EA-B87A-C5534758512F}"/>
              </a:ext>
            </a:extLst>
          </p:cNvPr>
          <p:cNvSpPr>
            <a:spLocks noGrp="1"/>
          </p:cNvSpPr>
          <p:nvPr>
            <p:ph type="sldNum" sz="quarter" idx="12"/>
          </p:nvPr>
        </p:nvSpPr>
        <p:spPr/>
        <p:txBody>
          <a:bodyPr/>
          <a:lstStyle/>
          <a:p>
            <a:fld id="{CD8A0FDF-4F91-7341-808B-3919AC0D856E}" type="slidenum">
              <a:rPr lang="en-US" smtClean="0"/>
              <a:t>4</a:t>
            </a:fld>
            <a:endParaRPr lang="en-US" dirty="0"/>
          </a:p>
        </p:txBody>
      </p:sp>
      <p:sp>
        <p:nvSpPr>
          <p:cNvPr id="8" name="TextBox 7">
            <a:extLst>
              <a:ext uri="{FF2B5EF4-FFF2-40B4-BE49-F238E27FC236}">
                <a16:creationId xmlns:a16="http://schemas.microsoft.com/office/drawing/2014/main" id="{D3D22BD3-5BF4-6B84-76A6-96E8D70C5D05}"/>
              </a:ext>
            </a:extLst>
          </p:cNvPr>
          <p:cNvSpPr txBox="1"/>
          <p:nvPr/>
        </p:nvSpPr>
        <p:spPr>
          <a:xfrm>
            <a:off x="852494" y="1430072"/>
            <a:ext cx="8689045" cy="400110"/>
          </a:xfrm>
          <a:prstGeom prst="rect">
            <a:avLst/>
          </a:prstGeom>
          <a:noFill/>
        </p:spPr>
        <p:txBody>
          <a:bodyPr wrap="square">
            <a:spAutoFit/>
          </a:bodyPr>
          <a:lstStyle/>
          <a:p>
            <a:r>
              <a:rPr lang="en-US" sz="2000" dirty="0"/>
              <a:t>Probability values measure how likely we are to measure a certain value </a:t>
            </a:r>
          </a:p>
        </p:txBody>
      </p:sp>
      <p:sp>
        <p:nvSpPr>
          <p:cNvPr id="11" name="TextBox 10">
            <a:extLst>
              <a:ext uri="{FF2B5EF4-FFF2-40B4-BE49-F238E27FC236}">
                <a16:creationId xmlns:a16="http://schemas.microsoft.com/office/drawing/2014/main" id="{B5B8C3F6-0530-036C-FEC6-CA03BC7B2A74}"/>
              </a:ext>
            </a:extLst>
          </p:cNvPr>
          <p:cNvSpPr txBox="1"/>
          <p:nvPr/>
        </p:nvSpPr>
        <p:spPr>
          <a:xfrm>
            <a:off x="852494" y="4667425"/>
            <a:ext cx="4557705" cy="707886"/>
          </a:xfrm>
          <a:prstGeom prst="rect">
            <a:avLst/>
          </a:prstGeom>
          <a:noFill/>
        </p:spPr>
        <p:txBody>
          <a:bodyPr wrap="square">
            <a:spAutoFit/>
          </a:bodyPr>
          <a:lstStyle/>
          <a:p>
            <a:r>
              <a:rPr lang="en-US" sz="2000" b="1" dirty="0"/>
              <a:t>Frequentist interpretation</a:t>
            </a:r>
            <a:r>
              <a:rPr lang="en-US" sz="2000" dirty="0"/>
              <a:t> </a:t>
            </a:r>
          </a:p>
          <a:p>
            <a:r>
              <a:rPr lang="en-US" sz="2000" dirty="0"/>
              <a:t>relative frequency of a given outcome </a:t>
            </a:r>
          </a:p>
        </p:txBody>
      </p:sp>
      <p:sp>
        <p:nvSpPr>
          <p:cNvPr id="13" name="TextBox 12">
            <a:extLst>
              <a:ext uri="{FF2B5EF4-FFF2-40B4-BE49-F238E27FC236}">
                <a16:creationId xmlns:a16="http://schemas.microsoft.com/office/drawing/2014/main" id="{3458A436-D836-4B2B-2849-8E023C712CA0}"/>
              </a:ext>
            </a:extLst>
          </p:cNvPr>
          <p:cNvSpPr txBox="1"/>
          <p:nvPr/>
        </p:nvSpPr>
        <p:spPr>
          <a:xfrm>
            <a:off x="6871512" y="4687733"/>
            <a:ext cx="4318773" cy="707886"/>
          </a:xfrm>
          <a:prstGeom prst="rect">
            <a:avLst/>
          </a:prstGeom>
          <a:noFill/>
        </p:spPr>
        <p:txBody>
          <a:bodyPr wrap="square">
            <a:spAutoFit/>
          </a:bodyPr>
          <a:lstStyle/>
          <a:p>
            <a:r>
              <a:rPr lang="en-US" sz="2000" b="1" dirty="0"/>
              <a:t>Bayesian interpretation</a:t>
            </a:r>
            <a:r>
              <a:rPr lang="en-US" sz="2000" dirty="0"/>
              <a:t> </a:t>
            </a:r>
          </a:p>
          <a:p>
            <a:r>
              <a:rPr lang="en-US" sz="2000" dirty="0"/>
              <a:t>state of knowledge, priors</a:t>
            </a:r>
          </a:p>
        </p:txBody>
      </p:sp>
    </p:spTree>
    <p:extLst>
      <p:ext uri="{BB962C8B-B14F-4D97-AF65-F5344CB8AC3E}">
        <p14:creationId xmlns:p14="http://schemas.microsoft.com/office/powerpoint/2010/main" val="1994347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83D37-3003-44C1-A15A-04DB0CB06D4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17560E8-F70C-C9F9-F228-B049C56E694B}"/>
              </a:ext>
            </a:extLst>
          </p:cNvPr>
          <p:cNvSpPr/>
          <p:nvPr/>
        </p:nvSpPr>
        <p:spPr>
          <a:xfrm>
            <a:off x="1113692" y="1222602"/>
            <a:ext cx="4419600" cy="4841136"/>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35E65A0-FEDC-55B3-506B-2A7B014BA36D}"/>
              </a:ext>
            </a:extLst>
          </p:cNvPr>
          <p:cNvSpPr>
            <a:spLocks noGrp="1"/>
          </p:cNvSpPr>
          <p:nvPr>
            <p:ph type="title"/>
          </p:nvPr>
        </p:nvSpPr>
        <p:spPr>
          <a:xfrm>
            <a:off x="838200" y="-102961"/>
            <a:ext cx="10515600" cy="1325563"/>
          </a:xfrm>
        </p:spPr>
        <p:txBody>
          <a:bodyPr>
            <a:normAutofit/>
          </a:bodyPr>
          <a:lstStyle/>
          <a:p>
            <a:r>
              <a:rPr lang="en-US" sz="3200" dirty="0" err="1"/>
              <a:t>Normalising</a:t>
            </a:r>
            <a:r>
              <a:rPr lang="en-US" sz="3200" dirty="0"/>
              <a:t> probability values</a:t>
            </a:r>
          </a:p>
        </p:txBody>
      </p:sp>
      <p:sp>
        <p:nvSpPr>
          <p:cNvPr id="4" name="Date Placeholder 3">
            <a:extLst>
              <a:ext uri="{FF2B5EF4-FFF2-40B4-BE49-F238E27FC236}">
                <a16:creationId xmlns:a16="http://schemas.microsoft.com/office/drawing/2014/main" id="{C42E29E9-6928-F2DD-EFAB-B01778BAE353}"/>
              </a:ext>
            </a:extLst>
          </p:cNvPr>
          <p:cNvSpPr>
            <a:spLocks noGrp="1"/>
          </p:cNvSpPr>
          <p:nvPr>
            <p:ph type="dt" sz="half" idx="10"/>
          </p:nvPr>
        </p:nvSpPr>
        <p:spPr/>
        <p:txBody>
          <a:bodyPr/>
          <a:lstStyle/>
          <a:p>
            <a:r>
              <a:rPr lang="en-GB" dirty="0"/>
              <a:t>25/03/26</a:t>
            </a:r>
            <a:endParaRPr lang="en-US" dirty="0"/>
          </a:p>
        </p:txBody>
      </p:sp>
      <p:sp>
        <p:nvSpPr>
          <p:cNvPr id="5" name="Footer Placeholder 4">
            <a:extLst>
              <a:ext uri="{FF2B5EF4-FFF2-40B4-BE49-F238E27FC236}">
                <a16:creationId xmlns:a16="http://schemas.microsoft.com/office/drawing/2014/main" id="{D5C25D10-C08C-2730-A591-53EE14195FE8}"/>
              </a:ext>
            </a:extLst>
          </p:cNvPr>
          <p:cNvSpPr>
            <a:spLocks noGrp="1"/>
          </p:cNvSpPr>
          <p:nvPr>
            <p:ph type="ftr" sz="quarter" idx="11"/>
          </p:nvPr>
        </p:nvSpPr>
        <p:spPr/>
        <p:txBody>
          <a:bodyPr/>
          <a:lstStyle/>
          <a:p>
            <a:r>
              <a:rPr lang="en-US" dirty="0"/>
              <a:t>Aida Sanchez Ricol - Probability</a:t>
            </a:r>
          </a:p>
        </p:txBody>
      </p:sp>
      <p:sp>
        <p:nvSpPr>
          <p:cNvPr id="6" name="Slide Number Placeholder 5">
            <a:extLst>
              <a:ext uri="{FF2B5EF4-FFF2-40B4-BE49-F238E27FC236}">
                <a16:creationId xmlns:a16="http://schemas.microsoft.com/office/drawing/2014/main" id="{FD1C67BA-DD78-071A-A322-354E33404621}"/>
              </a:ext>
            </a:extLst>
          </p:cNvPr>
          <p:cNvSpPr>
            <a:spLocks noGrp="1"/>
          </p:cNvSpPr>
          <p:nvPr>
            <p:ph type="sldNum" sz="quarter" idx="12"/>
          </p:nvPr>
        </p:nvSpPr>
        <p:spPr/>
        <p:txBody>
          <a:bodyPr/>
          <a:lstStyle/>
          <a:p>
            <a:fld id="{CD8A0FDF-4F91-7341-808B-3919AC0D856E}" type="slidenum">
              <a:rPr lang="en-US" smtClean="0"/>
              <a:t>5</a:t>
            </a:fld>
            <a:endParaRPr lang="en-US"/>
          </a:p>
        </p:txBody>
      </p:sp>
      <p:sp>
        <p:nvSpPr>
          <p:cNvPr id="7" name="TextBox 6">
            <a:extLst>
              <a:ext uri="{FF2B5EF4-FFF2-40B4-BE49-F238E27FC236}">
                <a16:creationId xmlns:a16="http://schemas.microsoft.com/office/drawing/2014/main" id="{781F7118-4F05-0C9D-4BCA-0998D89D3586}"/>
              </a:ext>
            </a:extLst>
          </p:cNvPr>
          <p:cNvSpPr txBox="1"/>
          <p:nvPr/>
        </p:nvSpPr>
        <p:spPr>
          <a:xfrm>
            <a:off x="2209800" y="1394267"/>
            <a:ext cx="2883217" cy="400110"/>
          </a:xfrm>
          <a:prstGeom prst="rect">
            <a:avLst/>
          </a:prstGeom>
          <a:noFill/>
        </p:spPr>
        <p:txBody>
          <a:bodyPr wrap="square">
            <a:spAutoFit/>
          </a:bodyPr>
          <a:lstStyle/>
          <a:p>
            <a:r>
              <a:rPr lang="en-US" sz="2000" b="1" dirty="0"/>
              <a:t>Discrete variables </a:t>
            </a:r>
          </a:p>
        </p:txBody>
      </p:sp>
      <p:sp>
        <p:nvSpPr>
          <p:cNvPr id="10" name="TextBox 9">
            <a:extLst>
              <a:ext uri="{FF2B5EF4-FFF2-40B4-BE49-F238E27FC236}">
                <a16:creationId xmlns:a16="http://schemas.microsoft.com/office/drawing/2014/main" id="{147B511A-C9CC-C412-E21B-F5AA0895FDE5}"/>
              </a:ext>
            </a:extLst>
          </p:cNvPr>
          <p:cNvSpPr txBox="1"/>
          <p:nvPr/>
        </p:nvSpPr>
        <p:spPr>
          <a:xfrm>
            <a:off x="1324708" y="1884546"/>
            <a:ext cx="2344616" cy="369332"/>
          </a:xfrm>
          <a:prstGeom prst="rect">
            <a:avLst/>
          </a:prstGeom>
          <a:noFill/>
        </p:spPr>
        <p:txBody>
          <a:bodyPr wrap="square">
            <a:spAutoFit/>
          </a:bodyPr>
          <a:lstStyle/>
          <a:p>
            <a:pPr marL="285750" indent="-285750">
              <a:buFont typeface="Arial" panose="020B0604020202020204" pitchFamily="34" charset="0"/>
              <a:buChar char="•"/>
            </a:pPr>
            <a:r>
              <a:rPr lang="en-US" dirty="0"/>
              <a:t>Ex: rolling a fair die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3896F25-58E4-8FCF-FAFA-F907A185A92E}"/>
                  </a:ext>
                </a:extLst>
              </p:cNvPr>
              <p:cNvSpPr txBox="1"/>
              <p:nvPr/>
            </p:nvSpPr>
            <p:spPr>
              <a:xfrm>
                <a:off x="1125664" y="5242076"/>
                <a:ext cx="2084421" cy="76931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nary>
                        <m:naryPr>
                          <m:chr m:val="∑"/>
                          <m:supHide m:val="on"/>
                          <m:ctrlPr>
                            <a:rPr lang="es-ES" sz="1800" b="0" i="1" dirty="0" smtClean="0">
                              <a:latin typeface="Cambria Math" panose="02040503050406030204" pitchFamily="18" charset="0"/>
                            </a:rPr>
                          </m:ctrlPr>
                        </m:naryPr>
                        <m:sub>
                          <m:r>
                            <m:rPr>
                              <m:brk m:alnAt="7"/>
                            </m:rPr>
                            <a:rPr lang="es-ES" sz="1800" b="0" i="1" dirty="0" smtClean="0">
                              <a:latin typeface="Cambria Math" panose="02040503050406030204" pitchFamily="18" charset="0"/>
                            </a:rPr>
                            <m:t>𝑖</m:t>
                          </m:r>
                        </m:sub>
                        <m:sup/>
                        <m:e>
                          <m:r>
                            <a:rPr lang="es-ES" sz="1800" b="0" i="1" dirty="0" smtClean="0">
                              <a:latin typeface="Cambria Math" panose="02040503050406030204" pitchFamily="18" charset="0"/>
                            </a:rPr>
                            <m:t>𝑝</m:t>
                          </m:r>
                          <m:r>
                            <a:rPr lang="es-ES" sz="1800" b="0" i="1" dirty="0" smtClean="0">
                              <a:latin typeface="Cambria Math" panose="02040503050406030204" pitchFamily="18" charset="0"/>
                            </a:rPr>
                            <m:t>(</m:t>
                          </m:r>
                          <m:sSub>
                            <m:sSubPr>
                              <m:ctrlPr>
                                <a:rPr lang="es-ES" sz="1800" b="0" i="1" dirty="0" smtClean="0">
                                  <a:latin typeface="Cambria Math" panose="02040503050406030204" pitchFamily="18" charset="0"/>
                                </a:rPr>
                              </m:ctrlPr>
                            </m:sSubPr>
                            <m:e>
                              <m:r>
                                <a:rPr lang="es-ES" sz="1800" b="0" i="1" dirty="0" smtClean="0">
                                  <a:latin typeface="Cambria Math" panose="02040503050406030204" pitchFamily="18" charset="0"/>
                                </a:rPr>
                                <m:t>𝑥</m:t>
                              </m:r>
                            </m:e>
                            <m:sub>
                              <m:r>
                                <a:rPr lang="es-ES" sz="1800" b="0" i="1" dirty="0" smtClean="0">
                                  <a:latin typeface="Cambria Math" panose="02040503050406030204" pitchFamily="18" charset="0"/>
                                </a:rPr>
                                <m:t>𝑖</m:t>
                              </m:r>
                            </m:sub>
                          </m:sSub>
                          <m:r>
                            <a:rPr lang="es-ES" sz="1800" b="0" i="1" dirty="0" smtClean="0">
                              <a:latin typeface="Cambria Math" panose="02040503050406030204" pitchFamily="18" charset="0"/>
                            </a:rPr>
                            <m:t>)</m:t>
                          </m:r>
                        </m:e>
                      </m:nary>
                      <m:r>
                        <a:rPr lang="es-ES" sz="1800" b="0" i="1" dirty="0" smtClean="0">
                          <a:latin typeface="Cambria Math" panose="02040503050406030204" pitchFamily="18" charset="0"/>
                        </a:rPr>
                        <m:t>=1</m:t>
                      </m:r>
                    </m:oMath>
                  </m:oMathPara>
                </a14:m>
                <a:endParaRPr dirty="0"/>
              </a:p>
            </p:txBody>
          </p:sp>
        </mc:Choice>
        <mc:Fallback xmlns="">
          <p:sp>
            <p:nvSpPr>
              <p:cNvPr id="16" name="TextBox 15">
                <a:extLst>
                  <a:ext uri="{FF2B5EF4-FFF2-40B4-BE49-F238E27FC236}">
                    <a16:creationId xmlns:a16="http://schemas.microsoft.com/office/drawing/2014/main" id="{53896F25-58E4-8FCF-FAFA-F907A185A92E}"/>
                  </a:ext>
                </a:extLst>
              </p:cNvPr>
              <p:cNvSpPr txBox="1">
                <a:spLocks noRot="1" noChangeAspect="1" noMove="1" noResize="1" noEditPoints="1" noAdjustHandles="1" noChangeArrowheads="1" noChangeShapeType="1" noTextEdit="1"/>
              </p:cNvSpPr>
              <p:nvPr/>
            </p:nvSpPr>
            <p:spPr>
              <a:xfrm>
                <a:off x="1125664" y="5242076"/>
                <a:ext cx="2084421" cy="769313"/>
              </a:xfrm>
              <a:prstGeom prst="rect">
                <a:avLst/>
              </a:prstGeom>
              <a:blipFill>
                <a:blip r:embed="rId3"/>
                <a:stretch>
                  <a:fillRect l="-22424" t="-120968" b="-16612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12D2AD45-A086-8AEA-6174-0D33B3E2A28C}"/>
              </a:ext>
            </a:extLst>
          </p:cNvPr>
          <p:cNvPicPr>
            <a:picLocks noChangeAspect="1"/>
          </p:cNvPicPr>
          <p:nvPr/>
        </p:nvPicPr>
        <p:blipFill>
          <a:blip r:embed="rId4"/>
          <a:stretch>
            <a:fillRect/>
          </a:stretch>
        </p:blipFill>
        <p:spPr>
          <a:xfrm>
            <a:off x="6854054" y="2769516"/>
            <a:ext cx="4224254" cy="3269457"/>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4A84AC0-1E8A-E1A1-73D0-1703753E4BE5}"/>
                  </a:ext>
                </a:extLst>
              </p:cNvPr>
              <p:cNvSpPr txBox="1"/>
              <p:nvPr/>
            </p:nvSpPr>
            <p:spPr>
              <a:xfrm>
                <a:off x="1584903" y="2400184"/>
                <a:ext cx="208442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𝑋</m:t>
                      </m:r>
                      <m:r>
                        <a:rPr lang="es-ES" sz="1800" b="0" i="1" dirty="0" smtClean="0">
                          <a:latin typeface="Cambria Math" panose="02040503050406030204" pitchFamily="18" charset="0"/>
                        </a:rPr>
                        <m:t>={1, 2, 3, 4, 5, 6}</m:t>
                      </m:r>
                    </m:oMath>
                  </m:oMathPara>
                </a14:m>
                <a:endParaRPr dirty="0"/>
              </a:p>
            </p:txBody>
          </p:sp>
        </mc:Choice>
        <mc:Fallback xmlns="">
          <p:sp>
            <p:nvSpPr>
              <p:cNvPr id="11" name="TextBox 10">
                <a:extLst>
                  <a:ext uri="{FF2B5EF4-FFF2-40B4-BE49-F238E27FC236}">
                    <a16:creationId xmlns:a16="http://schemas.microsoft.com/office/drawing/2014/main" id="{B4A84AC0-1E8A-E1A1-73D0-1703753E4BE5}"/>
                  </a:ext>
                </a:extLst>
              </p:cNvPr>
              <p:cNvSpPr txBox="1">
                <a:spLocks noRot="1" noChangeAspect="1" noMove="1" noResize="1" noEditPoints="1" noAdjustHandles="1" noChangeArrowheads="1" noChangeShapeType="1" noTextEdit="1"/>
              </p:cNvSpPr>
              <p:nvPr/>
            </p:nvSpPr>
            <p:spPr>
              <a:xfrm>
                <a:off x="1584903" y="2400184"/>
                <a:ext cx="2084421" cy="369332"/>
              </a:xfrm>
              <a:prstGeom prst="rect">
                <a:avLst/>
              </a:prstGeom>
              <a:blipFill>
                <a:blip r:embed="rId5"/>
                <a:stretch>
                  <a:fillRect b="-17241"/>
                </a:stretch>
              </a:blipFill>
            </p:spPr>
            <p:txBody>
              <a:bodyPr/>
              <a:lstStyle/>
              <a:p>
                <a:r>
                  <a:rPr lang="en-US">
                    <a:noFill/>
                  </a:rPr>
                  <a:t> </a:t>
                </a:r>
              </a:p>
            </p:txBody>
          </p:sp>
        </mc:Fallback>
      </mc:AlternateContent>
      <p:pic>
        <p:nvPicPr>
          <p:cNvPr id="4098" name="Picture 2" descr="Dice Faces: Over 4,499 Royalty-Free Licensable Stock Illustrations &amp;  Drawings | Shutterstock">
            <a:extLst>
              <a:ext uri="{FF2B5EF4-FFF2-40B4-BE49-F238E27FC236}">
                <a16:creationId xmlns:a16="http://schemas.microsoft.com/office/drawing/2014/main" id="{19BA9227-7CEA-683D-DF25-53618C2FC0C0}"/>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21068" b="24780"/>
          <a:stretch>
            <a:fillRect/>
          </a:stretch>
        </p:blipFill>
        <p:spPr bwMode="auto">
          <a:xfrm>
            <a:off x="6096000" y="1608346"/>
            <a:ext cx="5854212" cy="97650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210EE66-A5BA-BA21-3989-B338F30F40E0}"/>
                  </a:ext>
                </a:extLst>
              </p:cNvPr>
              <p:cNvSpPr txBox="1"/>
              <p:nvPr/>
            </p:nvSpPr>
            <p:spPr>
              <a:xfrm>
                <a:off x="1189892" y="3059668"/>
                <a:ext cx="234461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r>
                        <a:rPr lang="es-ES" sz="1800" b="0" i="1" dirty="0" smtClean="0">
                          <a:latin typeface="Cambria Math" panose="02040503050406030204" pitchFamily="18" charset="0"/>
                        </a:rPr>
                        <m:t>(1)=1/6</m:t>
                      </m:r>
                    </m:oMath>
                  </m:oMathPara>
                </a14:m>
                <a:endParaRPr lang="en-US" dirty="0"/>
              </a:p>
            </p:txBody>
          </p:sp>
        </mc:Choice>
        <mc:Fallback xmlns="">
          <p:sp>
            <p:nvSpPr>
              <p:cNvPr id="13" name="TextBox 12">
                <a:extLst>
                  <a:ext uri="{FF2B5EF4-FFF2-40B4-BE49-F238E27FC236}">
                    <a16:creationId xmlns:a16="http://schemas.microsoft.com/office/drawing/2014/main" id="{F210EE66-A5BA-BA21-3989-B338F30F40E0}"/>
                  </a:ext>
                </a:extLst>
              </p:cNvPr>
              <p:cNvSpPr txBox="1">
                <a:spLocks noRot="1" noChangeAspect="1" noMove="1" noResize="1" noEditPoints="1" noAdjustHandles="1" noChangeArrowheads="1" noChangeShapeType="1" noTextEdit="1"/>
              </p:cNvSpPr>
              <p:nvPr/>
            </p:nvSpPr>
            <p:spPr>
              <a:xfrm>
                <a:off x="1189892" y="3059668"/>
                <a:ext cx="2344616" cy="369332"/>
              </a:xfrm>
              <a:prstGeom prst="rect">
                <a:avLst/>
              </a:prstGeom>
              <a:blipFill>
                <a:blip r:embed="rId7"/>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2418BDEF-49C1-F843-1299-9FBF23113973}"/>
                  </a:ext>
                </a:extLst>
              </p:cNvPr>
              <p:cNvSpPr txBox="1"/>
              <p:nvPr/>
            </p:nvSpPr>
            <p:spPr>
              <a:xfrm>
                <a:off x="1187417" y="3488008"/>
                <a:ext cx="234461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r>
                        <a:rPr lang="es-ES" sz="1800" b="0" i="1" dirty="0" smtClean="0">
                          <a:latin typeface="Cambria Math" panose="02040503050406030204" pitchFamily="18" charset="0"/>
                        </a:rPr>
                        <m:t>(2)=1/6</m:t>
                      </m:r>
                    </m:oMath>
                  </m:oMathPara>
                </a14:m>
                <a:endParaRPr lang="en-US" dirty="0"/>
              </a:p>
            </p:txBody>
          </p:sp>
        </mc:Choice>
        <mc:Fallback xmlns="">
          <p:sp>
            <p:nvSpPr>
              <p:cNvPr id="15" name="TextBox 14">
                <a:extLst>
                  <a:ext uri="{FF2B5EF4-FFF2-40B4-BE49-F238E27FC236}">
                    <a16:creationId xmlns:a16="http://schemas.microsoft.com/office/drawing/2014/main" id="{2418BDEF-49C1-F843-1299-9FBF23113973}"/>
                  </a:ext>
                </a:extLst>
              </p:cNvPr>
              <p:cNvSpPr txBox="1">
                <a:spLocks noRot="1" noChangeAspect="1" noMove="1" noResize="1" noEditPoints="1" noAdjustHandles="1" noChangeArrowheads="1" noChangeShapeType="1" noTextEdit="1"/>
              </p:cNvSpPr>
              <p:nvPr/>
            </p:nvSpPr>
            <p:spPr>
              <a:xfrm>
                <a:off x="1187417" y="3488008"/>
                <a:ext cx="2344616" cy="369332"/>
              </a:xfrm>
              <a:prstGeom prst="rect">
                <a:avLst/>
              </a:prstGeom>
              <a:blipFill>
                <a:blip r:embed="rId8"/>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1B1283AC-B74A-DAFA-8552-FF536D1DB8D4}"/>
                  </a:ext>
                </a:extLst>
              </p:cNvPr>
              <p:cNvSpPr txBox="1"/>
              <p:nvPr/>
            </p:nvSpPr>
            <p:spPr>
              <a:xfrm>
                <a:off x="1187417" y="3924466"/>
                <a:ext cx="234461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r>
                        <a:rPr lang="es-ES" sz="1800" b="0" i="1" dirty="0" smtClean="0">
                          <a:latin typeface="Cambria Math" panose="02040503050406030204" pitchFamily="18" charset="0"/>
                        </a:rPr>
                        <m:t>(3)=1/6</m:t>
                      </m:r>
                    </m:oMath>
                  </m:oMathPara>
                </a14:m>
                <a:endParaRPr lang="en-US" dirty="0"/>
              </a:p>
            </p:txBody>
          </p:sp>
        </mc:Choice>
        <mc:Fallback xmlns="">
          <p:sp>
            <p:nvSpPr>
              <p:cNvPr id="18" name="TextBox 17">
                <a:extLst>
                  <a:ext uri="{FF2B5EF4-FFF2-40B4-BE49-F238E27FC236}">
                    <a16:creationId xmlns:a16="http://schemas.microsoft.com/office/drawing/2014/main" id="{1B1283AC-B74A-DAFA-8552-FF536D1DB8D4}"/>
                  </a:ext>
                </a:extLst>
              </p:cNvPr>
              <p:cNvSpPr txBox="1">
                <a:spLocks noRot="1" noChangeAspect="1" noMove="1" noResize="1" noEditPoints="1" noAdjustHandles="1" noChangeArrowheads="1" noChangeShapeType="1" noTextEdit="1"/>
              </p:cNvSpPr>
              <p:nvPr/>
            </p:nvSpPr>
            <p:spPr>
              <a:xfrm>
                <a:off x="1187417" y="3924466"/>
                <a:ext cx="2344616" cy="369332"/>
              </a:xfrm>
              <a:prstGeom prst="rect">
                <a:avLst/>
              </a:prstGeom>
              <a:blipFill>
                <a:blip r:embed="rId9"/>
                <a:stretch>
                  <a:fillRect b="-17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27B4A8B-1A50-9E29-5C92-23AA6B9DD7F3}"/>
                  </a:ext>
                </a:extLst>
              </p:cNvPr>
              <p:cNvSpPr txBox="1"/>
              <p:nvPr/>
            </p:nvSpPr>
            <p:spPr>
              <a:xfrm>
                <a:off x="2772508" y="3035678"/>
                <a:ext cx="234461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r>
                        <a:rPr lang="es-ES" sz="1800" b="0" i="1" dirty="0" smtClean="0">
                          <a:latin typeface="Cambria Math" panose="02040503050406030204" pitchFamily="18" charset="0"/>
                        </a:rPr>
                        <m:t>(4)=1/6</m:t>
                      </m:r>
                    </m:oMath>
                  </m:oMathPara>
                </a14:m>
                <a:endParaRPr lang="en-US" dirty="0"/>
              </a:p>
            </p:txBody>
          </p:sp>
        </mc:Choice>
        <mc:Fallback xmlns="">
          <p:sp>
            <p:nvSpPr>
              <p:cNvPr id="19" name="TextBox 18">
                <a:extLst>
                  <a:ext uri="{FF2B5EF4-FFF2-40B4-BE49-F238E27FC236}">
                    <a16:creationId xmlns:a16="http://schemas.microsoft.com/office/drawing/2014/main" id="{A27B4A8B-1A50-9E29-5C92-23AA6B9DD7F3}"/>
                  </a:ext>
                </a:extLst>
              </p:cNvPr>
              <p:cNvSpPr txBox="1">
                <a:spLocks noRot="1" noChangeAspect="1" noMove="1" noResize="1" noEditPoints="1" noAdjustHandles="1" noChangeArrowheads="1" noChangeShapeType="1" noTextEdit="1"/>
              </p:cNvSpPr>
              <p:nvPr/>
            </p:nvSpPr>
            <p:spPr>
              <a:xfrm>
                <a:off x="2772508" y="3035678"/>
                <a:ext cx="2344616" cy="369332"/>
              </a:xfrm>
              <a:prstGeom prst="rect">
                <a:avLst/>
              </a:prstGeom>
              <a:blipFill>
                <a:blip r:embed="rId10"/>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30F740D-BE30-7958-C2C3-FCC27278073F}"/>
                  </a:ext>
                </a:extLst>
              </p:cNvPr>
              <p:cNvSpPr txBox="1"/>
              <p:nvPr/>
            </p:nvSpPr>
            <p:spPr>
              <a:xfrm>
                <a:off x="2772508" y="3480072"/>
                <a:ext cx="234461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r>
                        <a:rPr lang="es-ES" sz="1800" b="0" i="1" dirty="0" smtClean="0">
                          <a:latin typeface="Cambria Math" panose="02040503050406030204" pitchFamily="18" charset="0"/>
                        </a:rPr>
                        <m:t>(5)=1/6</m:t>
                      </m:r>
                    </m:oMath>
                  </m:oMathPara>
                </a14:m>
                <a:endParaRPr lang="en-US" dirty="0"/>
              </a:p>
            </p:txBody>
          </p:sp>
        </mc:Choice>
        <mc:Fallback xmlns="">
          <p:sp>
            <p:nvSpPr>
              <p:cNvPr id="20" name="TextBox 19">
                <a:extLst>
                  <a:ext uri="{FF2B5EF4-FFF2-40B4-BE49-F238E27FC236}">
                    <a16:creationId xmlns:a16="http://schemas.microsoft.com/office/drawing/2014/main" id="{330F740D-BE30-7958-C2C3-FCC27278073F}"/>
                  </a:ext>
                </a:extLst>
              </p:cNvPr>
              <p:cNvSpPr txBox="1">
                <a:spLocks noRot="1" noChangeAspect="1" noMove="1" noResize="1" noEditPoints="1" noAdjustHandles="1" noChangeArrowheads="1" noChangeShapeType="1" noTextEdit="1"/>
              </p:cNvSpPr>
              <p:nvPr/>
            </p:nvSpPr>
            <p:spPr>
              <a:xfrm>
                <a:off x="2772508" y="3480072"/>
                <a:ext cx="2344616" cy="369332"/>
              </a:xfrm>
              <a:prstGeom prst="rect">
                <a:avLst/>
              </a:prstGeom>
              <a:blipFill>
                <a:blip r:embed="rId11"/>
                <a:stretch>
                  <a:fillRect b="-17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410AA7F-9F76-14A6-4AE8-BECFD28E42FB}"/>
                  </a:ext>
                </a:extLst>
              </p:cNvPr>
              <p:cNvSpPr txBox="1"/>
              <p:nvPr/>
            </p:nvSpPr>
            <p:spPr>
              <a:xfrm>
                <a:off x="2772508" y="3933458"/>
                <a:ext cx="234461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𝑝</m:t>
                      </m:r>
                      <m:r>
                        <a:rPr lang="es-ES" sz="1800" b="0" i="1" dirty="0" smtClean="0">
                          <a:latin typeface="Cambria Math" panose="02040503050406030204" pitchFamily="18" charset="0"/>
                        </a:rPr>
                        <m:t>(6)=1/6</m:t>
                      </m:r>
                    </m:oMath>
                  </m:oMathPara>
                </a14:m>
                <a:endParaRPr lang="en-US" dirty="0"/>
              </a:p>
            </p:txBody>
          </p:sp>
        </mc:Choice>
        <mc:Fallback xmlns="">
          <p:sp>
            <p:nvSpPr>
              <p:cNvPr id="21" name="TextBox 20">
                <a:extLst>
                  <a:ext uri="{FF2B5EF4-FFF2-40B4-BE49-F238E27FC236}">
                    <a16:creationId xmlns:a16="http://schemas.microsoft.com/office/drawing/2014/main" id="{2410AA7F-9F76-14A6-4AE8-BECFD28E42FB}"/>
                  </a:ext>
                </a:extLst>
              </p:cNvPr>
              <p:cNvSpPr txBox="1">
                <a:spLocks noRot="1" noChangeAspect="1" noMove="1" noResize="1" noEditPoints="1" noAdjustHandles="1" noChangeArrowheads="1" noChangeShapeType="1" noTextEdit="1"/>
              </p:cNvSpPr>
              <p:nvPr/>
            </p:nvSpPr>
            <p:spPr>
              <a:xfrm>
                <a:off x="2772508" y="3933458"/>
                <a:ext cx="2344616" cy="369332"/>
              </a:xfrm>
              <a:prstGeom prst="rect">
                <a:avLst/>
              </a:prstGeom>
              <a:blipFill>
                <a:blip r:embed="rId12"/>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D8AAB1EE-FDBE-66BC-BBEA-BF6D86537B0B}"/>
                  </a:ext>
                </a:extLst>
              </p:cNvPr>
              <p:cNvSpPr txBox="1"/>
              <p:nvPr/>
            </p:nvSpPr>
            <p:spPr>
              <a:xfrm>
                <a:off x="1430006" y="4516920"/>
                <a:ext cx="1559588" cy="441788"/>
              </a:xfrm>
              <a:prstGeom prst="rect">
                <a:avLst/>
              </a:prstGeom>
              <a:noFill/>
            </p:spPr>
            <p:txBody>
              <a:bodyPr wrap="square">
                <a:spAutoFit/>
              </a:bodyPr>
              <a:lstStyle/>
              <a:p>
                <a14:m>
                  <m:oMath xmlns:m="http://schemas.openxmlformats.org/officeDocument/2006/math">
                    <m:r>
                      <a:rPr lang="es-ES" i="1" dirty="0" smtClean="0">
                        <a:latin typeface="Cambria Math" panose="02040503050406030204" pitchFamily="18" charset="0"/>
                      </a:rPr>
                      <m:t>𝑋</m:t>
                    </m:r>
                    <m:r>
                      <a:rPr lang="es-ES" b="0" i="1" dirty="0" smtClean="0">
                        <a:latin typeface="Cambria Math" panose="02040503050406030204" pitchFamily="18" charset="0"/>
                        <a:ea typeface="Cambria Math" panose="02040503050406030204" pitchFamily="18" charset="0"/>
                      </a:rPr>
                      <m:t>→</m:t>
                    </m:r>
                    <m:groupChr>
                      <m:groupChrPr>
                        <m:chr m:val="→"/>
                        <m:vertJc m:val="bot"/>
                        <m:ctrlPr>
                          <a:rPr lang="en-US" b="0" i="1" dirty="0" smtClean="0">
                            <a:latin typeface="Cambria Math" panose="02040503050406030204" pitchFamily="18" charset="0"/>
                            <a:ea typeface="Cambria Math" panose="02040503050406030204" pitchFamily="18" charset="0"/>
                          </a:rPr>
                        </m:ctrlPr>
                      </m:groupChrPr>
                      <m:e>
                        <m:r>
                          <m:rPr>
                            <m:brk m:alnAt="2"/>
                          </m:rPr>
                          <a:rPr lang="es-ES" b="0" i="1" dirty="0" smtClean="0">
                            <a:latin typeface="Cambria Math" panose="02040503050406030204" pitchFamily="18" charset="0"/>
                            <a:ea typeface="Cambria Math" panose="02040503050406030204" pitchFamily="18" charset="0"/>
                          </a:rPr>
                          <m:t>𝑝</m:t>
                        </m:r>
                      </m:e>
                    </m:groupChr>
                    <m:r>
                      <a:rPr lang="es-ES" b="0" i="1" dirty="0" smtClean="0">
                        <a:latin typeface="Cambria Math" panose="02040503050406030204" pitchFamily="18" charset="0"/>
                        <a:ea typeface="Cambria Math" panose="02040503050406030204" pitchFamily="18" charset="0"/>
                      </a:rPr>
                      <m:t>𝑃</m:t>
                    </m:r>
                    <m:r>
                      <a:rPr lang="es-ES" b="0" i="1" dirty="0" smtClean="0">
                        <a:latin typeface="Cambria Math" panose="02040503050406030204" pitchFamily="18" charset="0"/>
                        <a:ea typeface="Cambria Math" panose="02040503050406030204" pitchFamily="18" charset="0"/>
                      </a:rPr>
                      <m:t>(</m:t>
                    </m:r>
                    <m:r>
                      <a:rPr lang="es-ES" b="0" i="1" dirty="0" smtClean="0">
                        <a:latin typeface="Cambria Math" panose="02040503050406030204" pitchFamily="18" charset="0"/>
                        <a:ea typeface="Cambria Math" panose="02040503050406030204" pitchFamily="18" charset="0"/>
                      </a:rPr>
                      <m:t>𝑋</m:t>
                    </m:r>
                    <m:r>
                      <a:rPr lang="es-ES" b="0" i="1" dirty="0" smtClean="0">
                        <a:latin typeface="Cambria Math" panose="02040503050406030204" pitchFamily="18" charset="0"/>
                        <a:ea typeface="Cambria Math" panose="02040503050406030204" pitchFamily="18" charset="0"/>
                      </a:rPr>
                      <m:t>)</m:t>
                    </m:r>
                  </m:oMath>
                </a14:m>
                <a:r>
                  <a:rPr lang="en-US" dirty="0"/>
                  <a:t> </a:t>
                </a:r>
              </a:p>
            </p:txBody>
          </p:sp>
        </mc:Choice>
        <mc:Fallback xmlns="">
          <p:sp>
            <p:nvSpPr>
              <p:cNvPr id="23" name="TextBox 22">
                <a:extLst>
                  <a:ext uri="{FF2B5EF4-FFF2-40B4-BE49-F238E27FC236}">
                    <a16:creationId xmlns:a16="http://schemas.microsoft.com/office/drawing/2014/main" id="{D8AAB1EE-FDBE-66BC-BBEA-BF6D86537B0B}"/>
                  </a:ext>
                </a:extLst>
              </p:cNvPr>
              <p:cNvSpPr txBox="1">
                <a:spLocks noRot="1" noChangeAspect="1" noMove="1" noResize="1" noEditPoints="1" noAdjustHandles="1" noChangeArrowheads="1" noChangeShapeType="1" noTextEdit="1"/>
              </p:cNvSpPr>
              <p:nvPr/>
            </p:nvSpPr>
            <p:spPr>
              <a:xfrm>
                <a:off x="1430006" y="4516920"/>
                <a:ext cx="1559588" cy="441788"/>
              </a:xfrm>
              <a:prstGeom prst="rect">
                <a:avLst/>
              </a:prstGeom>
              <a:blipFill>
                <a:blip r:embed="rId13"/>
                <a:stretch>
                  <a:fillRect b="-38889"/>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7B1D9584-1E20-01FA-AA37-2D57C50ED023}"/>
              </a:ext>
            </a:extLst>
          </p:cNvPr>
          <p:cNvSpPr txBox="1"/>
          <p:nvPr/>
        </p:nvSpPr>
        <p:spPr>
          <a:xfrm>
            <a:off x="3037654" y="4495893"/>
            <a:ext cx="2632485" cy="646331"/>
          </a:xfrm>
          <a:prstGeom prst="rect">
            <a:avLst/>
          </a:prstGeom>
          <a:noFill/>
        </p:spPr>
        <p:txBody>
          <a:bodyPr wrap="square">
            <a:spAutoFit/>
          </a:bodyPr>
          <a:lstStyle/>
          <a:p>
            <a:r>
              <a:rPr lang="en-US" b="1" dirty="0"/>
              <a:t>Probability Mass Function (PMF)</a:t>
            </a:r>
          </a:p>
        </p:txBody>
      </p:sp>
      <p:sp>
        <p:nvSpPr>
          <p:cNvPr id="12" name="TextBox 11">
            <a:extLst>
              <a:ext uri="{FF2B5EF4-FFF2-40B4-BE49-F238E27FC236}">
                <a16:creationId xmlns:a16="http://schemas.microsoft.com/office/drawing/2014/main" id="{7F260B7C-11EC-8ACC-5BAF-3E71E6E07F10}"/>
              </a:ext>
            </a:extLst>
          </p:cNvPr>
          <p:cNvSpPr txBox="1"/>
          <p:nvPr/>
        </p:nvSpPr>
        <p:spPr>
          <a:xfrm>
            <a:off x="3156540" y="5418315"/>
            <a:ext cx="1576552" cy="369332"/>
          </a:xfrm>
          <a:prstGeom prst="rect">
            <a:avLst/>
          </a:prstGeom>
          <a:noFill/>
        </p:spPr>
        <p:txBody>
          <a:bodyPr wrap="square">
            <a:spAutoFit/>
          </a:bodyPr>
          <a:lstStyle/>
          <a:p>
            <a:r>
              <a:rPr lang="en-US" dirty="0" err="1"/>
              <a:t>normalisation</a:t>
            </a:r>
            <a:endParaRPr lang="en-US" dirty="0"/>
          </a:p>
        </p:txBody>
      </p:sp>
    </p:spTree>
    <p:extLst>
      <p:ext uri="{BB962C8B-B14F-4D97-AF65-F5344CB8AC3E}">
        <p14:creationId xmlns:p14="http://schemas.microsoft.com/office/powerpoint/2010/main" val="3922292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3" grpId="0"/>
      <p:bldP spid="25" grpId="0"/>
      <p:bldP spid="1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D0D02-6077-CA93-A767-7F67DF5239E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D54C076F-D456-1DB0-D6DE-A7F2F805EB41}"/>
              </a:ext>
            </a:extLst>
          </p:cNvPr>
          <p:cNvSpPr/>
          <p:nvPr/>
        </p:nvSpPr>
        <p:spPr>
          <a:xfrm>
            <a:off x="1113692" y="1222602"/>
            <a:ext cx="4419600" cy="4841136"/>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Date Placeholder 3">
            <a:extLst>
              <a:ext uri="{FF2B5EF4-FFF2-40B4-BE49-F238E27FC236}">
                <a16:creationId xmlns:a16="http://schemas.microsoft.com/office/drawing/2014/main" id="{9B2B887E-7458-520A-4245-CDD4C739C205}"/>
              </a:ext>
            </a:extLst>
          </p:cNvPr>
          <p:cNvSpPr>
            <a:spLocks noGrp="1"/>
          </p:cNvSpPr>
          <p:nvPr>
            <p:ph type="dt" sz="half" idx="10"/>
          </p:nvPr>
        </p:nvSpPr>
        <p:spPr/>
        <p:txBody>
          <a:bodyPr/>
          <a:lstStyle/>
          <a:p>
            <a:r>
              <a:rPr lang="en-GB" dirty="0"/>
              <a:t>25/03/26</a:t>
            </a:r>
            <a:endParaRPr lang="en-US" dirty="0"/>
          </a:p>
        </p:txBody>
      </p:sp>
      <p:sp>
        <p:nvSpPr>
          <p:cNvPr id="5" name="Footer Placeholder 4">
            <a:extLst>
              <a:ext uri="{FF2B5EF4-FFF2-40B4-BE49-F238E27FC236}">
                <a16:creationId xmlns:a16="http://schemas.microsoft.com/office/drawing/2014/main" id="{4664D3DE-F5BC-E9AF-1973-5687D777EDA2}"/>
              </a:ext>
            </a:extLst>
          </p:cNvPr>
          <p:cNvSpPr>
            <a:spLocks noGrp="1"/>
          </p:cNvSpPr>
          <p:nvPr>
            <p:ph type="ftr" sz="quarter" idx="11"/>
          </p:nvPr>
        </p:nvSpPr>
        <p:spPr/>
        <p:txBody>
          <a:bodyPr/>
          <a:lstStyle/>
          <a:p>
            <a:r>
              <a:rPr lang="en-US" dirty="0"/>
              <a:t>Aida Sanchez Ricol - Probability</a:t>
            </a:r>
          </a:p>
        </p:txBody>
      </p:sp>
      <p:sp>
        <p:nvSpPr>
          <p:cNvPr id="6" name="Slide Number Placeholder 5">
            <a:extLst>
              <a:ext uri="{FF2B5EF4-FFF2-40B4-BE49-F238E27FC236}">
                <a16:creationId xmlns:a16="http://schemas.microsoft.com/office/drawing/2014/main" id="{6A58F87F-F556-FFED-3C72-8E931EEE57A7}"/>
              </a:ext>
            </a:extLst>
          </p:cNvPr>
          <p:cNvSpPr>
            <a:spLocks noGrp="1"/>
          </p:cNvSpPr>
          <p:nvPr>
            <p:ph type="sldNum" sz="quarter" idx="12"/>
          </p:nvPr>
        </p:nvSpPr>
        <p:spPr/>
        <p:txBody>
          <a:bodyPr/>
          <a:lstStyle/>
          <a:p>
            <a:fld id="{CD8A0FDF-4F91-7341-808B-3919AC0D856E}" type="slidenum">
              <a:rPr lang="en-US" smtClean="0"/>
              <a:t>6</a:t>
            </a:fld>
            <a:endParaRPr lang="en-US"/>
          </a:p>
        </p:txBody>
      </p:sp>
      <p:sp>
        <p:nvSpPr>
          <p:cNvPr id="7" name="TextBox 6">
            <a:extLst>
              <a:ext uri="{FF2B5EF4-FFF2-40B4-BE49-F238E27FC236}">
                <a16:creationId xmlns:a16="http://schemas.microsoft.com/office/drawing/2014/main" id="{3D7ECF8E-2296-8D5F-848C-301C20AA23BB}"/>
              </a:ext>
            </a:extLst>
          </p:cNvPr>
          <p:cNvSpPr txBox="1"/>
          <p:nvPr/>
        </p:nvSpPr>
        <p:spPr>
          <a:xfrm>
            <a:off x="1932348" y="1376189"/>
            <a:ext cx="2883217" cy="400110"/>
          </a:xfrm>
          <a:prstGeom prst="rect">
            <a:avLst/>
          </a:prstGeom>
          <a:noFill/>
        </p:spPr>
        <p:txBody>
          <a:bodyPr wrap="square">
            <a:spAutoFit/>
          </a:bodyPr>
          <a:lstStyle/>
          <a:p>
            <a:r>
              <a:rPr lang="en-US" sz="2000" b="1" dirty="0"/>
              <a:t>Continuous variables </a:t>
            </a:r>
          </a:p>
        </p:txBody>
      </p:sp>
      <p:sp>
        <p:nvSpPr>
          <p:cNvPr id="10" name="TextBox 9">
            <a:extLst>
              <a:ext uri="{FF2B5EF4-FFF2-40B4-BE49-F238E27FC236}">
                <a16:creationId xmlns:a16="http://schemas.microsoft.com/office/drawing/2014/main" id="{45CE63C5-BB12-1BD1-54F1-24CE1A7457E7}"/>
              </a:ext>
            </a:extLst>
          </p:cNvPr>
          <p:cNvSpPr txBox="1"/>
          <p:nvPr/>
        </p:nvSpPr>
        <p:spPr>
          <a:xfrm>
            <a:off x="1324708" y="1884546"/>
            <a:ext cx="3234592" cy="369332"/>
          </a:xfrm>
          <a:prstGeom prst="rect">
            <a:avLst/>
          </a:prstGeom>
          <a:noFill/>
        </p:spPr>
        <p:txBody>
          <a:bodyPr wrap="square">
            <a:spAutoFit/>
          </a:bodyPr>
          <a:lstStyle/>
          <a:p>
            <a:pPr marL="285750" indent="-285750">
              <a:buFont typeface="Arial" panose="020B0604020202020204" pitchFamily="34" charset="0"/>
              <a:buChar char="•"/>
            </a:pPr>
            <a:r>
              <a:rPr lang="en-US" dirty="0"/>
              <a:t>Ex: angle of spinner</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6C85A2B-5529-FFC8-78C2-036AA3D424BE}"/>
                  </a:ext>
                </a:extLst>
              </p:cNvPr>
              <p:cNvSpPr txBox="1"/>
              <p:nvPr/>
            </p:nvSpPr>
            <p:spPr>
              <a:xfrm>
                <a:off x="1390572" y="2546490"/>
                <a:ext cx="208442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1800" b="0" i="1" dirty="0" smtClean="0">
                          <a:latin typeface="Cambria Math" panose="02040503050406030204" pitchFamily="18" charset="0"/>
                        </a:rPr>
                        <m:t>𝑋</m:t>
                      </m:r>
                      <m:r>
                        <a:rPr lang="es-ES" sz="1800" b="0" i="1" dirty="0" smtClean="0">
                          <a:latin typeface="Cambria Math" panose="02040503050406030204" pitchFamily="18" charset="0"/>
                        </a:rPr>
                        <m:t>=[0, 360º]</m:t>
                      </m:r>
                    </m:oMath>
                  </m:oMathPara>
                </a14:m>
                <a:endParaRPr dirty="0"/>
              </a:p>
            </p:txBody>
          </p:sp>
        </mc:Choice>
        <mc:Fallback xmlns="">
          <p:sp>
            <p:nvSpPr>
              <p:cNvPr id="11" name="TextBox 10">
                <a:extLst>
                  <a:ext uri="{FF2B5EF4-FFF2-40B4-BE49-F238E27FC236}">
                    <a16:creationId xmlns:a16="http://schemas.microsoft.com/office/drawing/2014/main" id="{26C85A2B-5529-FFC8-78C2-036AA3D424BE}"/>
                  </a:ext>
                </a:extLst>
              </p:cNvPr>
              <p:cNvSpPr txBox="1">
                <a:spLocks noRot="1" noChangeAspect="1" noMove="1" noResize="1" noEditPoints="1" noAdjustHandles="1" noChangeArrowheads="1" noChangeShapeType="1" noTextEdit="1"/>
              </p:cNvSpPr>
              <p:nvPr/>
            </p:nvSpPr>
            <p:spPr>
              <a:xfrm>
                <a:off x="1390572" y="2546490"/>
                <a:ext cx="2084421" cy="369332"/>
              </a:xfrm>
              <a:prstGeom prst="rect">
                <a:avLst/>
              </a:prstGeom>
              <a:blipFill>
                <a:blip r:embed="rId4"/>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6E79D476-8AA0-B0A1-73B6-49FCE090FCF4}"/>
                  </a:ext>
                </a:extLst>
              </p:cNvPr>
              <p:cNvSpPr txBox="1"/>
              <p:nvPr/>
            </p:nvSpPr>
            <p:spPr>
              <a:xfrm>
                <a:off x="1341219" y="3596853"/>
                <a:ext cx="1559588" cy="488852"/>
              </a:xfrm>
              <a:prstGeom prst="rect">
                <a:avLst/>
              </a:prstGeom>
              <a:noFill/>
            </p:spPr>
            <p:txBody>
              <a:bodyPr wrap="square">
                <a:spAutoFit/>
              </a:bodyPr>
              <a:lstStyle/>
              <a:p>
                <a14:m>
                  <m:oMath xmlns:m="http://schemas.openxmlformats.org/officeDocument/2006/math">
                    <m:r>
                      <a:rPr lang="es-ES" i="1" dirty="0" smtClean="0">
                        <a:latin typeface="Cambria Math" panose="02040503050406030204" pitchFamily="18" charset="0"/>
                      </a:rPr>
                      <m:t>𝑋</m:t>
                    </m:r>
                    <m:r>
                      <a:rPr lang="es-ES" b="0" i="1" dirty="0" smtClean="0">
                        <a:latin typeface="Cambria Math" panose="02040503050406030204" pitchFamily="18" charset="0"/>
                        <a:ea typeface="Cambria Math" panose="02040503050406030204" pitchFamily="18" charset="0"/>
                      </a:rPr>
                      <m:t>→</m:t>
                    </m:r>
                    <m:groupChr>
                      <m:groupChrPr>
                        <m:chr m:val="→"/>
                        <m:vertJc m:val="bot"/>
                        <m:ctrlPr>
                          <a:rPr lang="en-US" b="0" i="1" dirty="0" smtClean="0">
                            <a:latin typeface="Cambria Math" panose="02040503050406030204" pitchFamily="18" charset="0"/>
                            <a:ea typeface="Cambria Math" panose="02040503050406030204" pitchFamily="18" charset="0"/>
                          </a:rPr>
                        </m:ctrlPr>
                      </m:groupChrPr>
                      <m:e>
                        <m:r>
                          <m:rPr>
                            <m:brk m:alnAt="2"/>
                          </m:rPr>
                          <a:rPr lang="es-ES" b="0" i="1" dirty="0" smtClean="0">
                            <a:latin typeface="Cambria Math" panose="02040503050406030204" pitchFamily="18" charset="0"/>
                            <a:ea typeface="Cambria Math" panose="02040503050406030204" pitchFamily="18" charset="0"/>
                          </a:rPr>
                          <m:t>𝑓</m:t>
                        </m:r>
                      </m:e>
                    </m:groupChr>
                    <m:r>
                      <a:rPr lang="es-ES" b="0" i="1" dirty="0" smtClean="0">
                        <a:latin typeface="Cambria Math" panose="02040503050406030204" pitchFamily="18" charset="0"/>
                        <a:ea typeface="Cambria Math" panose="02040503050406030204" pitchFamily="18" charset="0"/>
                      </a:rPr>
                      <m:t>𝐹</m:t>
                    </m:r>
                    <m:r>
                      <a:rPr lang="es-ES" b="0" i="1" dirty="0" smtClean="0">
                        <a:latin typeface="Cambria Math" panose="02040503050406030204" pitchFamily="18" charset="0"/>
                        <a:ea typeface="Cambria Math" panose="02040503050406030204" pitchFamily="18" charset="0"/>
                      </a:rPr>
                      <m:t>(</m:t>
                    </m:r>
                    <m:r>
                      <a:rPr lang="es-ES" b="0" i="1" dirty="0" smtClean="0">
                        <a:latin typeface="Cambria Math" panose="02040503050406030204" pitchFamily="18" charset="0"/>
                        <a:ea typeface="Cambria Math" panose="02040503050406030204" pitchFamily="18" charset="0"/>
                      </a:rPr>
                      <m:t>𝑋</m:t>
                    </m:r>
                    <m:r>
                      <a:rPr lang="es-ES" b="0" i="1" dirty="0" smtClean="0">
                        <a:latin typeface="Cambria Math" panose="02040503050406030204" pitchFamily="18" charset="0"/>
                        <a:ea typeface="Cambria Math" panose="02040503050406030204" pitchFamily="18" charset="0"/>
                      </a:rPr>
                      <m:t>)</m:t>
                    </m:r>
                  </m:oMath>
                </a14:m>
                <a:r>
                  <a:rPr lang="en-US" dirty="0"/>
                  <a:t> </a:t>
                </a:r>
              </a:p>
            </p:txBody>
          </p:sp>
        </mc:Choice>
        <mc:Fallback xmlns="">
          <p:sp>
            <p:nvSpPr>
              <p:cNvPr id="23" name="TextBox 22">
                <a:extLst>
                  <a:ext uri="{FF2B5EF4-FFF2-40B4-BE49-F238E27FC236}">
                    <a16:creationId xmlns:a16="http://schemas.microsoft.com/office/drawing/2014/main" id="{6E79D476-8AA0-B0A1-73B6-49FCE090FCF4}"/>
                  </a:ext>
                </a:extLst>
              </p:cNvPr>
              <p:cNvSpPr txBox="1">
                <a:spLocks noRot="1" noChangeAspect="1" noMove="1" noResize="1" noEditPoints="1" noAdjustHandles="1" noChangeArrowheads="1" noChangeShapeType="1" noTextEdit="1"/>
              </p:cNvSpPr>
              <p:nvPr/>
            </p:nvSpPr>
            <p:spPr>
              <a:xfrm>
                <a:off x="1341219" y="3596853"/>
                <a:ext cx="1559588" cy="488852"/>
              </a:xfrm>
              <a:prstGeom prst="rect">
                <a:avLst/>
              </a:prstGeom>
              <a:blipFill>
                <a:blip r:embed="rId5"/>
                <a:stretch>
                  <a:fillRect b="-35897"/>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C48316F7-047C-059B-2E74-755B8D5294E3}"/>
              </a:ext>
            </a:extLst>
          </p:cNvPr>
          <p:cNvSpPr txBox="1"/>
          <p:nvPr/>
        </p:nvSpPr>
        <p:spPr>
          <a:xfrm>
            <a:off x="3056692" y="3596853"/>
            <a:ext cx="2632485" cy="646331"/>
          </a:xfrm>
          <a:prstGeom prst="rect">
            <a:avLst/>
          </a:prstGeom>
          <a:noFill/>
        </p:spPr>
        <p:txBody>
          <a:bodyPr wrap="square">
            <a:spAutoFit/>
          </a:bodyPr>
          <a:lstStyle/>
          <a:p>
            <a:r>
              <a:rPr lang="en-US" b="1" dirty="0"/>
              <a:t>Probability Density Function (PDF)</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E4F0340-9DF8-A004-42AA-5035C6CFB9D3}"/>
                  </a:ext>
                </a:extLst>
              </p:cNvPr>
              <p:cNvSpPr txBox="1"/>
              <p:nvPr/>
            </p:nvSpPr>
            <p:spPr>
              <a:xfrm>
                <a:off x="1324708" y="5105704"/>
                <a:ext cx="2084421" cy="73622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nary>
                        <m:naryPr>
                          <m:ctrlPr>
                            <a:rPr lang="es-ES" sz="1800" b="0" i="1" dirty="0" smtClean="0">
                              <a:latin typeface="Cambria Math" panose="02040503050406030204" pitchFamily="18" charset="0"/>
                            </a:rPr>
                          </m:ctrlPr>
                        </m:naryPr>
                        <m:sub>
                          <m:sSub>
                            <m:sSubPr>
                              <m:ctrlPr>
                                <a:rPr lang="es-ES" sz="1800" b="0" i="1" dirty="0" smtClean="0">
                                  <a:latin typeface="Cambria Math" panose="02040503050406030204" pitchFamily="18" charset="0"/>
                                </a:rPr>
                              </m:ctrlPr>
                            </m:sSubPr>
                            <m:e>
                              <m:r>
                                <a:rPr lang="es-ES" sz="1800" b="0" i="1" dirty="0" smtClean="0">
                                  <a:latin typeface="Cambria Math" panose="02040503050406030204" pitchFamily="18" charset="0"/>
                                </a:rPr>
                                <m:t>𝑥</m:t>
                              </m:r>
                            </m:e>
                            <m:sub>
                              <m:r>
                                <a:rPr lang="es-ES" sz="1800" b="0" i="1" dirty="0" smtClean="0">
                                  <a:latin typeface="Cambria Math" panose="02040503050406030204" pitchFamily="18" charset="0"/>
                                </a:rPr>
                                <m:t>𝑚𝑖𝑛</m:t>
                              </m:r>
                            </m:sub>
                          </m:sSub>
                        </m:sub>
                        <m:sup>
                          <m:sSub>
                            <m:sSubPr>
                              <m:ctrlPr>
                                <a:rPr lang="es-ES" sz="1800" b="0" i="1" dirty="0" smtClean="0">
                                  <a:latin typeface="Cambria Math" panose="02040503050406030204" pitchFamily="18" charset="0"/>
                                </a:rPr>
                              </m:ctrlPr>
                            </m:sSubPr>
                            <m:e>
                              <m:r>
                                <a:rPr lang="es-ES" sz="1800" b="0" i="1" dirty="0" smtClean="0">
                                  <a:latin typeface="Cambria Math" panose="02040503050406030204" pitchFamily="18" charset="0"/>
                                </a:rPr>
                                <m:t>𝑥</m:t>
                              </m:r>
                            </m:e>
                            <m:sub>
                              <m:r>
                                <a:rPr lang="es-ES" sz="1800" b="0" i="1" dirty="0" smtClean="0">
                                  <a:latin typeface="Cambria Math" panose="02040503050406030204" pitchFamily="18" charset="0"/>
                                </a:rPr>
                                <m:t>𝑚𝑎𝑥</m:t>
                              </m:r>
                            </m:sub>
                          </m:sSub>
                        </m:sup>
                        <m:e>
                          <m:r>
                            <a:rPr lang="es-ES" sz="1800" b="0" i="1" dirty="0" smtClean="0">
                              <a:latin typeface="Cambria Math" panose="02040503050406030204" pitchFamily="18" charset="0"/>
                            </a:rPr>
                            <m:t>𝑓</m:t>
                          </m:r>
                          <m:r>
                            <a:rPr lang="es-ES" sz="1800" b="0" i="1" dirty="0" smtClean="0">
                              <a:latin typeface="Cambria Math" panose="02040503050406030204" pitchFamily="18" charset="0"/>
                            </a:rPr>
                            <m:t>(</m:t>
                          </m:r>
                          <m:r>
                            <a:rPr lang="es-ES" sz="1800" b="0" i="1" dirty="0" smtClean="0">
                              <a:latin typeface="Cambria Math" panose="02040503050406030204" pitchFamily="18" charset="0"/>
                            </a:rPr>
                            <m:t>𝑥</m:t>
                          </m:r>
                          <m:r>
                            <a:rPr lang="es-ES" sz="1800" b="0" i="1" dirty="0" smtClean="0">
                              <a:latin typeface="Cambria Math" panose="02040503050406030204" pitchFamily="18" charset="0"/>
                            </a:rPr>
                            <m:t>)</m:t>
                          </m:r>
                        </m:e>
                      </m:nary>
                      <m:r>
                        <a:rPr lang="es-ES" sz="1800" b="0" i="1" dirty="0" smtClean="0">
                          <a:latin typeface="Cambria Math" panose="02040503050406030204" pitchFamily="18" charset="0"/>
                        </a:rPr>
                        <m:t>𝑑𝑥</m:t>
                      </m:r>
                      <m:r>
                        <a:rPr lang="es-ES" sz="1800" b="0" i="1" dirty="0" smtClean="0">
                          <a:latin typeface="Cambria Math" panose="02040503050406030204" pitchFamily="18" charset="0"/>
                        </a:rPr>
                        <m:t>=1</m:t>
                      </m:r>
                    </m:oMath>
                  </m:oMathPara>
                </a14:m>
                <a:endParaRPr dirty="0"/>
              </a:p>
            </p:txBody>
          </p:sp>
        </mc:Choice>
        <mc:Fallback xmlns="">
          <p:sp>
            <p:nvSpPr>
              <p:cNvPr id="9" name="TextBox 8">
                <a:extLst>
                  <a:ext uri="{FF2B5EF4-FFF2-40B4-BE49-F238E27FC236}">
                    <a16:creationId xmlns:a16="http://schemas.microsoft.com/office/drawing/2014/main" id="{9E4F0340-9DF8-A004-42AA-5035C6CFB9D3}"/>
                  </a:ext>
                </a:extLst>
              </p:cNvPr>
              <p:cNvSpPr txBox="1">
                <a:spLocks noRot="1" noChangeAspect="1" noMove="1" noResize="1" noEditPoints="1" noAdjustHandles="1" noChangeArrowheads="1" noChangeShapeType="1" noTextEdit="1"/>
              </p:cNvSpPr>
              <p:nvPr/>
            </p:nvSpPr>
            <p:spPr>
              <a:xfrm>
                <a:off x="1324708" y="5105704"/>
                <a:ext cx="2084421" cy="736227"/>
              </a:xfrm>
              <a:prstGeom prst="rect">
                <a:avLst/>
              </a:prstGeom>
              <a:blipFill>
                <a:blip r:embed="rId6"/>
                <a:stretch>
                  <a:fillRect l="-40606" t="-151724" b="-220690"/>
                </a:stretch>
              </a:blipFill>
            </p:spPr>
            <p:txBody>
              <a:bodyPr/>
              <a:lstStyle/>
              <a:p>
                <a:r>
                  <a:rPr lang="en-US">
                    <a:noFill/>
                  </a:rPr>
                  <a:t> </a:t>
                </a:r>
              </a:p>
            </p:txBody>
          </p:sp>
        </mc:Fallback>
      </mc:AlternateContent>
      <p:pic>
        <p:nvPicPr>
          <p:cNvPr id="5122" name="Picture 2" descr="6pcs Spinner 10CM Plastic Rotating Arrow Pointer DIY Board Game Children's  Toy Accessories - AliExpress 18">
            <a:extLst>
              <a:ext uri="{FF2B5EF4-FFF2-40B4-BE49-F238E27FC236}">
                <a16:creationId xmlns:a16="http://schemas.microsoft.com/office/drawing/2014/main" id="{C7C35A48-4EBE-886A-4B48-706FE1E378C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267700" y="664705"/>
            <a:ext cx="1823078" cy="1823078"/>
          </a:xfrm>
          <a:prstGeom prst="rect">
            <a:avLst/>
          </a:prstGeom>
          <a:noFill/>
          <a:extLst>
            <a:ext uri="{909E8E84-426E-40DD-AFC4-6F175D3DCCD1}">
              <a14:hiddenFill xmlns:a14="http://schemas.microsoft.com/office/drawing/2010/main">
                <a:solidFill>
                  <a:srgbClr val="FFFFFF"/>
                </a:solidFill>
              </a14:hiddenFill>
            </a:ext>
          </a:extLst>
        </p:spPr>
      </p:pic>
      <p:sp>
        <p:nvSpPr>
          <p:cNvPr id="17" name="Title 1">
            <a:extLst>
              <a:ext uri="{FF2B5EF4-FFF2-40B4-BE49-F238E27FC236}">
                <a16:creationId xmlns:a16="http://schemas.microsoft.com/office/drawing/2014/main" id="{0FA8822C-DDCB-5155-06FE-D95831B60E47}"/>
              </a:ext>
            </a:extLst>
          </p:cNvPr>
          <p:cNvSpPr>
            <a:spLocks noGrp="1"/>
          </p:cNvSpPr>
          <p:nvPr>
            <p:ph type="title"/>
          </p:nvPr>
        </p:nvSpPr>
        <p:spPr>
          <a:xfrm>
            <a:off x="838200" y="-102961"/>
            <a:ext cx="10515600" cy="1325563"/>
          </a:xfrm>
        </p:spPr>
        <p:txBody>
          <a:bodyPr>
            <a:normAutofit/>
          </a:bodyPr>
          <a:lstStyle/>
          <a:p>
            <a:r>
              <a:rPr lang="en-US" sz="3200" dirty="0" err="1"/>
              <a:t>Normalising</a:t>
            </a:r>
            <a:r>
              <a:rPr lang="en-US" sz="3200" dirty="0"/>
              <a:t> probability values</a:t>
            </a:r>
          </a:p>
        </p:txBody>
      </p:sp>
      <p:pic>
        <p:nvPicPr>
          <p:cNvPr id="24" name="Picture 23">
            <a:extLst>
              <a:ext uri="{FF2B5EF4-FFF2-40B4-BE49-F238E27FC236}">
                <a16:creationId xmlns:a16="http://schemas.microsoft.com/office/drawing/2014/main" id="{30B31975-A700-748C-D4A5-82866DB9C6B5}"/>
              </a:ext>
            </a:extLst>
          </p:cNvPr>
          <p:cNvPicPr>
            <a:picLocks noChangeAspect="1"/>
          </p:cNvPicPr>
          <p:nvPr/>
        </p:nvPicPr>
        <p:blipFill>
          <a:blip r:embed="rId8"/>
          <a:stretch>
            <a:fillRect/>
          </a:stretch>
        </p:blipFill>
        <p:spPr>
          <a:xfrm>
            <a:off x="6403295" y="2624081"/>
            <a:ext cx="4675013" cy="3569214"/>
          </a:xfrm>
          <a:prstGeom prst="rect">
            <a:avLst/>
          </a:prstGeom>
        </p:spPr>
      </p:pic>
      <p:sp>
        <p:nvSpPr>
          <p:cNvPr id="2" name="TextBox 1">
            <a:extLst>
              <a:ext uri="{FF2B5EF4-FFF2-40B4-BE49-F238E27FC236}">
                <a16:creationId xmlns:a16="http://schemas.microsoft.com/office/drawing/2014/main" id="{A647C477-7672-B4E6-88A8-C919F8EB7F8A}"/>
              </a:ext>
            </a:extLst>
          </p:cNvPr>
          <p:cNvSpPr txBox="1"/>
          <p:nvPr/>
        </p:nvSpPr>
        <p:spPr>
          <a:xfrm>
            <a:off x="3681408" y="5260656"/>
            <a:ext cx="1576552" cy="369332"/>
          </a:xfrm>
          <a:prstGeom prst="rect">
            <a:avLst/>
          </a:prstGeom>
          <a:noFill/>
        </p:spPr>
        <p:txBody>
          <a:bodyPr wrap="square">
            <a:spAutoFit/>
          </a:bodyPr>
          <a:lstStyle/>
          <a:p>
            <a:r>
              <a:rPr lang="en-US" dirty="0" err="1"/>
              <a:t>normalisation</a:t>
            </a:r>
            <a:endParaRPr lang="en-US" dirty="0"/>
          </a:p>
        </p:txBody>
      </p:sp>
    </p:spTree>
    <p:extLst>
      <p:ext uri="{BB962C8B-B14F-4D97-AF65-F5344CB8AC3E}">
        <p14:creationId xmlns:p14="http://schemas.microsoft.com/office/powerpoint/2010/main" val="2210393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5" grpId="0"/>
      <p:bldP spid="9" grpId="0"/>
      <p:bldP spid="2" grpId="0"/>
    </p:bldLst>
  </p:timing>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EDF61-C9B7-6CEB-CDAC-C604C3BC66D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CEE9FC3-2FD9-C70B-4A2D-D814E56C5A41}"/>
              </a:ext>
            </a:extLst>
          </p:cNvPr>
          <p:cNvSpPr/>
          <p:nvPr/>
        </p:nvSpPr>
        <p:spPr>
          <a:xfrm>
            <a:off x="1227992" y="2579848"/>
            <a:ext cx="4114800" cy="1596798"/>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85B6AEF9-BD4E-7A76-DB9E-6B31746F1524}"/>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8D70F580-4754-E06E-D525-9D7092E2B1C6}"/>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AFDD6129-0FED-6E8B-7741-28BB444BA698}"/>
              </a:ext>
            </a:extLst>
          </p:cNvPr>
          <p:cNvSpPr>
            <a:spLocks noGrp="1"/>
          </p:cNvSpPr>
          <p:nvPr>
            <p:ph type="sldNum" sz="quarter" idx="12"/>
          </p:nvPr>
        </p:nvSpPr>
        <p:spPr/>
        <p:txBody>
          <a:bodyPr/>
          <a:lstStyle/>
          <a:p>
            <a:fld id="{CD8A0FDF-4F91-7341-808B-3919AC0D856E}" type="slidenum">
              <a:rPr lang="en-US" smtClean="0"/>
              <a:t>7</a:t>
            </a:fld>
            <a:endParaRPr lang="en-US"/>
          </a:p>
        </p:txBody>
      </p:sp>
      <p:sp>
        <p:nvSpPr>
          <p:cNvPr id="7" name="TextBox 6">
            <a:extLst>
              <a:ext uri="{FF2B5EF4-FFF2-40B4-BE49-F238E27FC236}">
                <a16:creationId xmlns:a16="http://schemas.microsoft.com/office/drawing/2014/main" id="{0FCBBD8D-655A-4CB2-98DA-391410E5E3C2}"/>
              </a:ext>
            </a:extLst>
          </p:cNvPr>
          <p:cNvSpPr txBox="1"/>
          <p:nvPr/>
        </p:nvSpPr>
        <p:spPr>
          <a:xfrm>
            <a:off x="2382622" y="2811626"/>
            <a:ext cx="2597672" cy="400110"/>
          </a:xfrm>
          <a:prstGeom prst="rect">
            <a:avLst/>
          </a:prstGeom>
          <a:noFill/>
        </p:spPr>
        <p:txBody>
          <a:bodyPr wrap="square">
            <a:spAutoFit/>
          </a:bodyPr>
          <a:lstStyle/>
          <a:p>
            <a:r>
              <a:rPr lang="en-US" sz="2000" b="1" dirty="0"/>
              <a:t>Discrete PMF</a:t>
            </a:r>
            <a:endParaRPr lang="en-US" b="1" dirty="0"/>
          </a:p>
        </p:txBody>
      </p:sp>
      <p:sp>
        <p:nvSpPr>
          <p:cNvPr id="10" name="TextBox 9">
            <a:extLst>
              <a:ext uri="{FF2B5EF4-FFF2-40B4-BE49-F238E27FC236}">
                <a16:creationId xmlns:a16="http://schemas.microsoft.com/office/drawing/2014/main" id="{11A8C491-484D-9057-4D86-D6535176D3A2}"/>
              </a:ext>
            </a:extLst>
          </p:cNvPr>
          <p:cNvSpPr txBox="1"/>
          <p:nvPr/>
        </p:nvSpPr>
        <p:spPr>
          <a:xfrm>
            <a:off x="2509150" y="3281644"/>
            <a:ext cx="2344616" cy="1015663"/>
          </a:xfrm>
          <a:prstGeom prst="rect">
            <a:avLst/>
          </a:prstGeom>
          <a:noFill/>
        </p:spPr>
        <p:txBody>
          <a:bodyPr wrap="square">
            <a:spAutoFit/>
          </a:bodyPr>
          <a:lstStyle/>
          <a:p>
            <a:pPr marL="285750" indent="-285750">
              <a:buFont typeface="Arial" panose="020B0604020202020204" pitchFamily="34" charset="0"/>
              <a:buChar char="•"/>
            </a:pPr>
            <a:r>
              <a:rPr lang="en-US" sz="2000" dirty="0"/>
              <a:t>Binomial</a:t>
            </a:r>
          </a:p>
          <a:p>
            <a:pPr marL="285750" indent="-285750">
              <a:buFont typeface="Arial" panose="020B0604020202020204" pitchFamily="34" charset="0"/>
              <a:buChar char="•"/>
            </a:pPr>
            <a:r>
              <a:rPr lang="en-US" sz="2000" dirty="0"/>
              <a:t>Poisson</a:t>
            </a:r>
          </a:p>
          <a:p>
            <a:pPr marL="285750" indent="-285750">
              <a:buFont typeface="Arial" panose="020B0604020202020204" pitchFamily="34" charset="0"/>
              <a:buChar char="•"/>
            </a:pPr>
            <a:endParaRPr lang="en-US" sz="2000" dirty="0"/>
          </a:p>
        </p:txBody>
      </p:sp>
      <p:sp>
        <p:nvSpPr>
          <p:cNvPr id="14" name="Rectangle 13">
            <a:extLst>
              <a:ext uri="{FF2B5EF4-FFF2-40B4-BE49-F238E27FC236}">
                <a16:creationId xmlns:a16="http://schemas.microsoft.com/office/drawing/2014/main" id="{FCBD5127-1E3B-708E-7F7C-5AD5DC61163D}"/>
              </a:ext>
            </a:extLst>
          </p:cNvPr>
          <p:cNvSpPr/>
          <p:nvPr/>
        </p:nvSpPr>
        <p:spPr>
          <a:xfrm>
            <a:off x="7150098" y="2623123"/>
            <a:ext cx="4114801" cy="1604276"/>
          </a:xfrm>
          <a:prstGeom prst="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1D55BFDE-5257-FD66-365A-31C7C3338885}"/>
              </a:ext>
            </a:extLst>
          </p:cNvPr>
          <p:cNvSpPr>
            <a:spLocks noGrp="1"/>
          </p:cNvSpPr>
          <p:nvPr>
            <p:ph type="title"/>
          </p:nvPr>
        </p:nvSpPr>
        <p:spPr>
          <a:xfrm>
            <a:off x="838200" y="-102961"/>
            <a:ext cx="10515600" cy="1325563"/>
          </a:xfrm>
        </p:spPr>
        <p:txBody>
          <a:bodyPr>
            <a:normAutofit/>
          </a:bodyPr>
          <a:lstStyle/>
          <a:p>
            <a:r>
              <a:rPr lang="en-US" sz="3200" dirty="0"/>
              <a:t>Common probability distributions</a:t>
            </a:r>
          </a:p>
        </p:txBody>
      </p:sp>
      <p:sp>
        <p:nvSpPr>
          <p:cNvPr id="12" name="TextBox 11">
            <a:extLst>
              <a:ext uri="{FF2B5EF4-FFF2-40B4-BE49-F238E27FC236}">
                <a16:creationId xmlns:a16="http://schemas.microsoft.com/office/drawing/2014/main" id="{83803289-3380-3E15-9AB3-065ABD309055}"/>
              </a:ext>
            </a:extLst>
          </p:cNvPr>
          <p:cNvSpPr txBox="1"/>
          <p:nvPr/>
        </p:nvSpPr>
        <p:spPr>
          <a:xfrm>
            <a:off x="8153400" y="2811626"/>
            <a:ext cx="2302412" cy="400110"/>
          </a:xfrm>
          <a:prstGeom prst="rect">
            <a:avLst/>
          </a:prstGeom>
          <a:noFill/>
        </p:spPr>
        <p:txBody>
          <a:bodyPr wrap="square">
            <a:spAutoFit/>
          </a:bodyPr>
          <a:lstStyle/>
          <a:p>
            <a:r>
              <a:rPr lang="en-US" sz="2000" b="1" dirty="0"/>
              <a:t>Continuous PDF</a:t>
            </a:r>
            <a:endParaRPr lang="en-US" b="1" dirty="0"/>
          </a:p>
        </p:txBody>
      </p:sp>
      <p:sp>
        <p:nvSpPr>
          <p:cNvPr id="13" name="TextBox 12">
            <a:extLst>
              <a:ext uri="{FF2B5EF4-FFF2-40B4-BE49-F238E27FC236}">
                <a16:creationId xmlns:a16="http://schemas.microsoft.com/office/drawing/2014/main" id="{C6D3EFE2-8CBF-D313-79B0-1926EB2F7D57}"/>
              </a:ext>
            </a:extLst>
          </p:cNvPr>
          <p:cNvSpPr txBox="1"/>
          <p:nvPr/>
        </p:nvSpPr>
        <p:spPr>
          <a:xfrm>
            <a:off x="8369503" y="3351553"/>
            <a:ext cx="2344616" cy="707886"/>
          </a:xfrm>
          <a:prstGeom prst="rect">
            <a:avLst/>
          </a:prstGeom>
          <a:noFill/>
        </p:spPr>
        <p:txBody>
          <a:bodyPr wrap="square">
            <a:spAutoFit/>
          </a:bodyPr>
          <a:lstStyle/>
          <a:p>
            <a:pPr marL="285750" indent="-285750">
              <a:buFont typeface="Arial" panose="020B0604020202020204" pitchFamily="34" charset="0"/>
              <a:buChar char="•"/>
            </a:pPr>
            <a:r>
              <a:rPr lang="en-US" sz="2000" dirty="0"/>
              <a:t>Uniform</a:t>
            </a:r>
          </a:p>
          <a:p>
            <a:pPr marL="285750" indent="-285750">
              <a:buFont typeface="Arial" panose="020B0604020202020204" pitchFamily="34" charset="0"/>
              <a:buChar char="•"/>
            </a:pPr>
            <a:r>
              <a:rPr lang="en-US" sz="2000" dirty="0"/>
              <a:t>Gaussian</a:t>
            </a:r>
          </a:p>
        </p:txBody>
      </p:sp>
    </p:spTree>
    <p:extLst>
      <p:ext uri="{BB962C8B-B14F-4D97-AF65-F5344CB8AC3E}">
        <p14:creationId xmlns:p14="http://schemas.microsoft.com/office/powerpoint/2010/main" val="8143691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84DDE-C6E5-ED33-2220-03871B6D8EC2}"/>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041C82B9-CDC1-0939-DDD4-900DBF78A1EE}"/>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44F56058-BA02-2A99-852D-E967F9B0E8F9}"/>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711C1D18-B1A2-6EA3-DF73-F21FEBB89159}"/>
              </a:ext>
            </a:extLst>
          </p:cNvPr>
          <p:cNvSpPr>
            <a:spLocks noGrp="1"/>
          </p:cNvSpPr>
          <p:nvPr>
            <p:ph type="sldNum" sz="quarter" idx="12"/>
          </p:nvPr>
        </p:nvSpPr>
        <p:spPr/>
        <p:txBody>
          <a:bodyPr/>
          <a:lstStyle/>
          <a:p>
            <a:fld id="{CD8A0FDF-4F91-7341-808B-3919AC0D856E}" type="slidenum">
              <a:rPr lang="en-US" smtClean="0"/>
              <a:t>8</a:t>
            </a:fld>
            <a:endParaRPr lang="en-US"/>
          </a:p>
        </p:txBody>
      </p:sp>
      <p:sp>
        <p:nvSpPr>
          <p:cNvPr id="11" name="Title 1">
            <a:extLst>
              <a:ext uri="{FF2B5EF4-FFF2-40B4-BE49-F238E27FC236}">
                <a16:creationId xmlns:a16="http://schemas.microsoft.com/office/drawing/2014/main" id="{85A7FC08-A99F-5AC5-517C-22BD32E2551D}"/>
              </a:ext>
            </a:extLst>
          </p:cNvPr>
          <p:cNvSpPr>
            <a:spLocks noGrp="1"/>
          </p:cNvSpPr>
          <p:nvPr>
            <p:ph type="title"/>
          </p:nvPr>
        </p:nvSpPr>
        <p:spPr>
          <a:xfrm>
            <a:off x="838200" y="-102961"/>
            <a:ext cx="10515600" cy="1325563"/>
          </a:xfrm>
        </p:spPr>
        <p:txBody>
          <a:bodyPr>
            <a:normAutofit/>
          </a:bodyPr>
          <a:lstStyle/>
          <a:p>
            <a:r>
              <a:rPr lang="en-US" sz="3200" dirty="0"/>
              <a:t>Binomial distribution</a:t>
            </a:r>
          </a:p>
        </p:txBody>
      </p:sp>
      <p:sp>
        <p:nvSpPr>
          <p:cNvPr id="8" name="TextBox 7">
            <a:extLst>
              <a:ext uri="{FF2B5EF4-FFF2-40B4-BE49-F238E27FC236}">
                <a16:creationId xmlns:a16="http://schemas.microsoft.com/office/drawing/2014/main" id="{C11544B9-53F1-FEE4-C557-E3204E753AE2}"/>
              </a:ext>
            </a:extLst>
          </p:cNvPr>
          <p:cNvSpPr txBox="1"/>
          <p:nvPr/>
        </p:nvSpPr>
        <p:spPr>
          <a:xfrm>
            <a:off x="990611" y="1226004"/>
            <a:ext cx="8991589" cy="400110"/>
          </a:xfrm>
          <a:prstGeom prst="rect">
            <a:avLst/>
          </a:prstGeom>
          <a:noFill/>
        </p:spPr>
        <p:txBody>
          <a:bodyPr wrap="square">
            <a:spAutoFit/>
          </a:bodyPr>
          <a:lstStyle/>
          <a:p>
            <a:pPr marL="342900" indent="-342900">
              <a:buFont typeface="Arial" panose="020B0604020202020204" pitchFamily="34" charset="0"/>
              <a:buChar char="•"/>
            </a:pPr>
            <a:r>
              <a:rPr lang="en-US" sz="2000" dirty="0"/>
              <a:t>Built up from binary events (success/failure) – known as </a:t>
            </a:r>
            <a:r>
              <a:rPr lang="en-US" sz="2000" dirty="0" err="1"/>
              <a:t>Bernouilli</a:t>
            </a:r>
            <a:r>
              <a:rPr lang="en-US" sz="2000" dirty="0"/>
              <a:t> trials</a:t>
            </a:r>
          </a:p>
        </p:txBody>
      </p:sp>
      <p:sp>
        <p:nvSpPr>
          <p:cNvPr id="12" name="TextBox 11">
            <a:extLst>
              <a:ext uri="{FF2B5EF4-FFF2-40B4-BE49-F238E27FC236}">
                <a16:creationId xmlns:a16="http://schemas.microsoft.com/office/drawing/2014/main" id="{9C56220D-838A-5AFD-FA3D-410DA03CF6FB}"/>
              </a:ext>
            </a:extLst>
          </p:cNvPr>
          <p:cNvSpPr txBox="1"/>
          <p:nvPr/>
        </p:nvSpPr>
        <p:spPr>
          <a:xfrm>
            <a:off x="1027366" y="1804317"/>
            <a:ext cx="6800790" cy="1631216"/>
          </a:xfrm>
          <a:prstGeom prst="rect">
            <a:avLst/>
          </a:prstGeom>
          <a:noFill/>
        </p:spPr>
        <p:txBody>
          <a:bodyPr wrap="square">
            <a:spAutoFit/>
          </a:bodyPr>
          <a:lstStyle/>
          <a:p>
            <a:r>
              <a:rPr lang="en-US" sz="2000" dirty="0"/>
              <a:t>Examples: </a:t>
            </a:r>
          </a:p>
          <a:p>
            <a:pPr marL="285750" indent="-285750">
              <a:buFont typeface="Arial" panose="020B0604020202020204" pitchFamily="34" charset="0"/>
              <a:buChar char="•"/>
            </a:pPr>
            <a:r>
              <a:rPr lang="en-US" sz="2000" dirty="0"/>
              <a:t>Particle detection: is anything detected at specific detector?</a:t>
            </a:r>
          </a:p>
          <a:p>
            <a:pPr marL="285750" indent="-285750">
              <a:buFont typeface="Arial" panose="020B0604020202020204" pitchFamily="34" charset="0"/>
              <a:buChar char="•"/>
            </a:pPr>
            <a:r>
              <a:rPr lang="en-US" sz="2000" dirty="0"/>
              <a:t>Disease infection: is individual infected?</a:t>
            </a:r>
          </a:p>
          <a:p>
            <a:pPr marL="285750" indent="-285750">
              <a:buFont typeface="Arial" panose="020B0604020202020204" pitchFamily="34" charset="0"/>
              <a:buChar char="•"/>
            </a:pPr>
            <a:r>
              <a:rPr lang="en-US" sz="2000" dirty="0"/>
              <a:t>Gene inheritance: is a trait present in an individual?</a:t>
            </a:r>
          </a:p>
        </p:txBody>
      </p:sp>
    </p:spTree>
    <p:extLst>
      <p:ext uri="{BB962C8B-B14F-4D97-AF65-F5344CB8AC3E}">
        <p14:creationId xmlns:p14="http://schemas.microsoft.com/office/powerpoint/2010/main" val="850088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2FB92-A5C8-68D3-73F2-37B296F550DE}"/>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5BE98FFE-DD6A-A624-FDDF-D9642DA98A10}"/>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A1C22353-38B3-067C-5C31-E47792F01BC6}"/>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C0998628-100B-B3C9-FE5F-FADEC6CCF0FA}"/>
              </a:ext>
            </a:extLst>
          </p:cNvPr>
          <p:cNvSpPr>
            <a:spLocks noGrp="1"/>
          </p:cNvSpPr>
          <p:nvPr>
            <p:ph type="sldNum" sz="quarter" idx="12"/>
          </p:nvPr>
        </p:nvSpPr>
        <p:spPr/>
        <p:txBody>
          <a:bodyPr/>
          <a:lstStyle/>
          <a:p>
            <a:fld id="{CD8A0FDF-4F91-7341-808B-3919AC0D856E}" type="slidenum">
              <a:rPr lang="en-US" smtClean="0"/>
              <a:t>9</a:t>
            </a:fld>
            <a:endParaRPr lang="en-US"/>
          </a:p>
        </p:txBody>
      </p:sp>
      <p:sp>
        <p:nvSpPr>
          <p:cNvPr id="11" name="Title 1">
            <a:extLst>
              <a:ext uri="{FF2B5EF4-FFF2-40B4-BE49-F238E27FC236}">
                <a16:creationId xmlns:a16="http://schemas.microsoft.com/office/drawing/2014/main" id="{C91EE7DB-3C12-5D57-AFDB-E477AC22D4F6}"/>
              </a:ext>
            </a:extLst>
          </p:cNvPr>
          <p:cNvSpPr>
            <a:spLocks noGrp="1"/>
          </p:cNvSpPr>
          <p:nvPr>
            <p:ph type="title"/>
          </p:nvPr>
        </p:nvSpPr>
        <p:spPr>
          <a:xfrm>
            <a:off x="838200" y="-102961"/>
            <a:ext cx="10515600" cy="1325563"/>
          </a:xfrm>
        </p:spPr>
        <p:txBody>
          <a:bodyPr>
            <a:normAutofit/>
          </a:bodyPr>
          <a:lstStyle/>
          <a:p>
            <a:r>
              <a:rPr lang="en-US" sz="3200" dirty="0"/>
              <a:t>Binomial distribution</a:t>
            </a:r>
          </a:p>
        </p:txBody>
      </p:sp>
      <p:sp>
        <p:nvSpPr>
          <p:cNvPr id="16" name="TextBox 15">
            <a:extLst>
              <a:ext uri="{FF2B5EF4-FFF2-40B4-BE49-F238E27FC236}">
                <a16:creationId xmlns:a16="http://schemas.microsoft.com/office/drawing/2014/main" id="{D3A42B74-C3FA-D7C6-82C8-C337B4E61E5C}"/>
              </a:ext>
            </a:extLst>
          </p:cNvPr>
          <p:cNvSpPr txBox="1"/>
          <p:nvPr/>
        </p:nvSpPr>
        <p:spPr>
          <a:xfrm>
            <a:off x="838200" y="1243481"/>
            <a:ext cx="3970539" cy="400110"/>
          </a:xfrm>
          <a:prstGeom prst="rect">
            <a:avLst/>
          </a:prstGeom>
          <a:noFill/>
        </p:spPr>
        <p:txBody>
          <a:bodyPr wrap="square">
            <a:spAutoFit/>
          </a:bodyPr>
          <a:lstStyle/>
          <a:p>
            <a:r>
              <a:rPr lang="en-US" sz="2000" dirty="0"/>
              <a:t>Ex: tossing a coin (heads or tails)</a:t>
            </a:r>
          </a:p>
        </p:txBody>
      </p:sp>
      <p:sp>
        <p:nvSpPr>
          <p:cNvPr id="2" name="TextBox 1">
            <a:extLst>
              <a:ext uri="{FF2B5EF4-FFF2-40B4-BE49-F238E27FC236}">
                <a16:creationId xmlns:a16="http://schemas.microsoft.com/office/drawing/2014/main" id="{51E0CF57-94D7-A8E2-9553-5245A0E946CD}"/>
              </a:ext>
            </a:extLst>
          </p:cNvPr>
          <p:cNvSpPr txBox="1"/>
          <p:nvPr/>
        </p:nvSpPr>
        <p:spPr>
          <a:xfrm>
            <a:off x="4808738" y="1131712"/>
            <a:ext cx="5656051" cy="70788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2000" b="1" dirty="0"/>
              <a:t>What is the probability of obtaining </a:t>
            </a:r>
            <a:r>
              <a:rPr lang="en-US" sz="2000" b="1" i="1" dirty="0"/>
              <a:t>k</a:t>
            </a:r>
            <a:r>
              <a:rPr lang="en-US" sz="2000" b="1" dirty="0"/>
              <a:t> heads when we toss a coin </a:t>
            </a:r>
            <a:r>
              <a:rPr lang="en-US" sz="2000" b="1" i="1" dirty="0"/>
              <a:t>n</a:t>
            </a:r>
            <a:r>
              <a:rPr lang="en-US" sz="2000" b="1" dirty="0"/>
              <a:t> times?   </a:t>
            </a:r>
          </a:p>
        </p:txBody>
      </p:sp>
      <p:pic>
        <p:nvPicPr>
          <p:cNvPr id="10" name="Picture 9" descr="A diagram of a coin&#10;&#10;AI-generated content may be incorrect.">
            <a:extLst>
              <a:ext uri="{FF2B5EF4-FFF2-40B4-BE49-F238E27FC236}">
                <a16:creationId xmlns:a16="http://schemas.microsoft.com/office/drawing/2014/main" id="{77A81303-3B54-9527-89E7-5D9811008BAC}"/>
              </a:ext>
            </a:extLst>
          </p:cNvPr>
          <p:cNvPicPr>
            <a:picLocks noChangeAspect="1"/>
          </p:cNvPicPr>
          <p:nvPr/>
        </p:nvPicPr>
        <p:blipFill>
          <a:blip r:embed="rId3"/>
          <a:stretch>
            <a:fillRect/>
          </a:stretch>
        </p:blipFill>
        <p:spPr>
          <a:xfrm>
            <a:off x="-124298" y="3001487"/>
            <a:ext cx="3405084" cy="2516146"/>
          </a:xfrm>
          <a:prstGeom prst="rect">
            <a:avLst/>
          </a:prstGeom>
        </p:spPr>
      </p:pic>
      <p:pic>
        <p:nvPicPr>
          <p:cNvPr id="13" name="Picture 12" descr="A diagram of a diagram of a coin&#10;&#10;AI-generated content may be incorrect.">
            <a:extLst>
              <a:ext uri="{FF2B5EF4-FFF2-40B4-BE49-F238E27FC236}">
                <a16:creationId xmlns:a16="http://schemas.microsoft.com/office/drawing/2014/main" id="{644DCFB3-7268-96CA-2BE1-1112BFAC2217}"/>
              </a:ext>
            </a:extLst>
          </p:cNvPr>
          <p:cNvPicPr>
            <a:picLocks noChangeAspect="1"/>
          </p:cNvPicPr>
          <p:nvPr/>
        </p:nvPicPr>
        <p:blipFill>
          <a:blip r:embed="rId4"/>
          <a:stretch>
            <a:fillRect/>
          </a:stretch>
        </p:blipFill>
        <p:spPr>
          <a:xfrm>
            <a:off x="137150" y="2662173"/>
            <a:ext cx="3549706" cy="3173002"/>
          </a:xfrm>
          <a:prstGeom prst="rect">
            <a:avLst/>
          </a:prstGeom>
        </p:spPr>
      </p:pic>
      <p:pic>
        <p:nvPicPr>
          <p:cNvPr id="15" name="Picture 14" descr="A diagram of a mathematical equation&#10;&#10;AI-generated content may be incorrect.">
            <a:extLst>
              <a:ext uri="{FF2B5EF4-FFF2-40B4-BE49-F238E27FC236}">
                <a16:creationId xmlns:a16="http://schemas.microsoft.com/office/drawing/2014/main" id="{B00A5DDC-D2A4-2131-ADC0-55A5805F595B}"/>
              </a:ext>
            </a:extLst>
          </p:cNvPr>
          <p:cNvPicPr>
            <a:picLocks noChangeAspect="1"/>
          </p:cNvPicPr>
          <p:nvPr/>
        </p:nvPicPr>
        <p:blipFill>
          <a:blip r:embed="rId5"/>
          <a:stretch>
            <a:fillRect/>
          </a:stretch>
        </p:blipFill>
        <p:spPr>
          <a:xfrm>
            <a:off x="137150" y="2508464"/>
            <a:ext cx="5706862" cy="3375026"/>
          </a:xfrm>
          <a:prstGeom prst="rect">
            <a:avLst/>
          </a:prstGeom>
        </p:spPr>
      </p:pic>
      <p:pic>
        <p:nvPicPr>
          <p:cNvPr id="17" name="Picture 16" descr="A math equations with black letters&#10;&#10;AI-generated content may be incorrect.">
            <a:extLst>
              <a:ext uri="{FF2B5EF4-FFF2-40B4-BE49-F238E27FC236}">
                <a16:creationId xmlns:a16="http://schemas.microsoft.com/office/drawing/2014/main" id="{ED5F15E6-6DE7-7AF5-5185-7C891E39568E}"/>
              </a:ext>
            </a:extLst>
          </p:cNvPr>
          <p:cNvPicPr>
            <a:picLocks noChangeAspect="1"/>
          </p:cNvPicPr>
          <p:nvPr/>
        </p:nvPicPr>
        <p:blipFill>
          <a:blip r:embed="rId6"/>
          <a:stretch>
            <a:fillRect/>
          </a:stretch>
        </p:blipFill>
        <p:spPr>
          <a:xfrm>
            <a:off x="6105460" y="2616453"/>
            <a:ext cx="3327400" cy="1003300"/>
          </a:xfrm>
          <a:prstGeom prst="rect">
            <a:avLst/>
          </a:prstGeom>
        </p:spPr>
      </p:pic>
      <p:pic>
        <p:nvPicPr>
          <p:cNvPr id="12" name="Picture 11" descr="A math equations on a white background&#10;&#10;AI-generated content may be incorrect.">
            <a:extLst>
              <a:ext uri="{FF2B5EF4-FFF2-40B4-BE49-F238E27FC236}">
                <a16:creationId xmlns:a16="http://schemas.microsoft.com/office/drawing/2014/main" id="{69937202-AF59-5C26-5B3E-59C314366742}"/>
              </a:ext>
            </a:extLst>
          </p:cNvPr>
          <p:cNvPicPr>
            <a:picLocks noChangeAspect="1"/>
          </p:cNvPicPr>
          <p:nvPr/>
        </p:nvPicPr>
        <p:blipFill>
          <a:blip r:embed="rId7"/>
          <a:stretch>
            <a:fillRect/>
          </a:stretch>
        </p:blipFill>
        <p:spPr>
          <a:xfrm>
            <a:off x="6134100" y="2642778"/>
            <a:ext cx="3848100" cy="1676400"/>
          </a:xfrm>
          <a:prstGeom prst="rect">
            <a:avLst/>
          </a:prstGeom>
        </p:spPr>
      </p:pic>
      <p:pic>
        <p:nvPicPr>
          <p:cNvPr id="8" name="Picture 7" descr="A math equations with black text&#10;&#10;AI-generated content may be incorrect.">
            <a:extLst>
              <a:ext uri="{FF2B5EF4-FFF2-40B4-BE49-F238E27FC236}">
                <a16:creationId xmlns:a16="http://schemas.microsoft.com/office/drawing/2014/main" id="{E1CACA03-0078-A35C-45AE-6A9FD81FB54A}"/>
              </a:ext>
            </a:extLst>
          </p:cNvPr>
          <p:cNvPicPr>
            <a:picLocks noChangeAspect="1"/>
          </p:cNvPicPr>
          <p:nvPr/>
        </p:nvPicPr>
        <p:blipFill>
          <a:blip r:embed="rId8"/>
          <a:stretch>
            <a:fillRect/>
          </a:stretch>
        </p:blipFill>
        <p:spPr>
          <a:xfrm>
            <a:off x="6134100" y="2616453"/>
            <a:ext cx="5443538" cy="2286000"/>
          </a:xfrm>
          <a:prstGeom prst="rect">
            <a:avLst/>
          </a:prstGeom>
        </p:spPr>
      </p:pic>
    </p:spTree>
    <p:extLst>
      <p:ext uri="{BB962C8B-B14F-4D97-AF65-F5344CB8AC3E}">
        <p14:creationId xmlns:p14="http://schemas.microsoft.com/office/powerpoint/2010/main" val="4065389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D1DA-83CC-E764-CC35-5FCD413C1CC5}"/>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01759CD5-2A86-7168-F2F0-ED4DDFB14C63}"/>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FAC91ED8-54FE-1185-0DA6-20E578D8D889}"/>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C0184C35-3D17-BEA4-9CA8-0AD6F6EFF5AD}"/>
              </a:ext>
            </a:extLst>
          </p:cNvPr>
          <p:cNvSpPr>
            <a:spLocks noGrp="1"/>
          </p:cNvSpPr>
          <p:nvPr>
            <p:ph type="sldNum" sz="quarter" idx="12"/>
          </p:nvPr>
        </p:nvSpPr>
        <p:spPr/>
        <p:txBody>
          <a:bodyPr/>
          <a:lstStyle/>
          <a:p>
            <a:fld id="{CD8A0FDF-4F91-7341-808B-3919AC0D856E}" type="slidenum">
              <a:rPr lang="en-US" smtClean="0"/>
              <a:t>10</a:t>
            </a:fld>
            <a:endParaRPr lang="en-US"/>
          </a:p>
        </p:txBody>
      </p:sp>
      <p:sp>
        <p:nvSpPr>
          <p:cNvPr id="11" name="Title 1">
            <a:extLst>
              <a:ext uri="{FF2B5EF4-FFF2-40B4-BE49-F238E27FC236}">
                <a16:creationId xmlns:a16="http://schemas.microsoft.com/office/drawing/2014/main" id="{A95A9583-7878-0B99-E3FD-06DD4B2196DB}"/>
              </a:ext>
            </a:extLst>
          </p:cNvPr>
          <p:cNvSpPr>
            <a:spLocks noGrp="1"/>
          </p:cNvSpPr>
          <p:nvPr>
            <p:ph type="title"/>
          </p:nvPr>
        </p:nvSpPr>
        <p:spPr>
          <a:xfrm>
            <a:off x="838200" y="-102961"/>
            <a:ext cx="10515600" cy="1325563"/>
          </a:xfrm>
        </p:spPr>
        <p:txBody>
          <a:bodyPr>
            <a:normAutofit/>
          </a:bodyPr>
          <a:lstStyle/>
          <a:p>
            <a:r>
              <a:rPr lang="en-US" sz="3200" dirty="0"/>
              <a:t>Binomial distribution</a:t>
            </a:r>
          </a:p>
        </p:txBody>
      </p:sp>
      <p:sp>
        <p:nvSpPr>
          <p:cNvPr id="16" name="TextBox 15">
            <a:extLst>
              <a:ext uri="{FF2B5EF4-FFF2-40B4-BE49-F238E27FC236}">
                <a16:creationId xmlns:a16="http://schemas.microsoft.com/office/drawing/2014/main" id="{59543B70-6F47-82DE-B240-B9097802CB1F}"/>
              </a:ext>
            </a:extLst>
          </p:cNvPr>
          <p:cNvSpPr txBox="1"/>
          <p:nvPr/>
        </p:nvSpPr>
        <p:spPr>
          <a:xfrm>
            <a:off x="838200" y="1243481"/>
            <a:ext cx="3970539" cy="400110"/>
          </a:xfrm>
          <a:prstGeom prst="rect">
            <a:avLst/>
          </a:prstGeom>
          <a:noFill/>
        </p:spPr>
        <p:txBody>
          <a:bodyPr wrap="square">
            <a:spAutoFit/>
          </a:bodyPr>
          <a:lstStyle/>
          <a:p>
            <a:r>
              <a:rPr lang="en-US" sz="2000" dirty="0"/>
              <a:t>Ex: tossing a coin (heads or tails)</a:t>
            </a:r>
          </a:p>
        </p:txBody>
      </p:sp>
      <p:sp>
        <p:nvSpPr>
          <p:cNvPr id="2" name="TextBox 1">
            <a:extLst>
              <a:ext uri="{FF2B5EF4-FFF2-40B4-BE49-F238E27FC236}">
                <a16:creationId xmlns:a16="http://schemas.microsoft.com/office/drawing/2014/main" id="{ECBA079C-67B7-27C5-48F8-56526E15C531}"/>
              </a:ext>
            </a:extLst>
          </p:cNvPr>
          <p:cNvSpPr txBox="1"/>
          <p:nvPr/>
        </p:nvSpPr>
        <p:spPr>
          <a:xfrm>
            <a:off x="4808738" y="1131712"/>
            <a:ext cx="5656051" cy="707886"/>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2000" b="1" dirty="0"/>
              <a:t>What is the probability of obtaining </a:t>
            </a:r>
            <a:r>
              <a:rPr lang="en-US" sz="2000" b="1" i="1" dirty="0"/>
              <a:t>k</a:t>
            </a:r>
            <a:r>
              <a:rPr lang="en-US" sz="2000" b="1" dirty="0"/>
              <a:t> heads when we toss a coin </a:t>
            </a:r>
            <a:r>
              <a:rPr lang="en-US" sz="2000" b="1" i="1" dirty="0"/>
              <a:t>n</a:t>
            </a:r>
            <a:r>
              <a:rPr lang="en-US" sz="2000" b="1" dirty="0"/>
              <a:t> times?   </a:t>
            </a:r>
          </a:p>
        </p:txBody>
      </p:sp>
      <p:sp>
        <p:nvSpPr>
          <p:cNvPr id="3" name="TextBox 2">
            <a:extLst>
              <a:ext uri="{FF2B5EF4-FFF2-40B4-BE49-F238E27FC236}">
                <a16:creationId xmlns:a16="http://schemas.microsoft.com/office/drawing/2014/main" id="{11BECB91-CB94-A480-B809-CFB8BAE4F8B5}"/>
              </a:ext>
            </a:extLst>
          </p:cNvPr>
          <p:cNvSpPr txBox="1"/>
          <p:nvPr/>
        </p:nvSpPr>
        <p:spPr>
          <a:xfrm>
            <a:off x="1799613" y="2456695"/>
            <a:ext cx="1781787" cy="400110"/>
          </a:xfrm>
          <a:prstGeom prst="rect">
            <a:avLst/>
          </a:prstGeom>
          <a:noFill/>
          <a:ln>
            <a:noFill/>
          </a:ln>
        </p:spPr>
        <p:style>
          <a:lnRef idx="2">
            <a:schemeClr val="accent2"/>
          </a:lnRef>
          <a:fillRef idx="1">
            <a:schemeClr val="lt1"/>
          </a:fillRef>
          <a:effectRef idx="0">
            <a:schemeClr val="accent2"/>
          </a:effectRef>
          <a:fontRef idx="minor">
            <a:schemeClr val="dk1"/>
          </a:fontRef>
        </p:style>
        <p:txBody>
          <a:bodyPr wrap="square">
            <a:spAutoFit/>
          </a:bodyPr>
          <a:lstStyle/>
          <a:p>
            <a:r>
              <a:rPr lang="en-US" sz="2000" b="1" dirty="0"/>
              <a:t>General case</a:t>
            </a:r>
          </a:p>
        </p:txBody>
      </p:sp>
      <p:pic>
        <p:nvPicPr>
          <p:cNvPr id="22" name="Picture 21" descr="A black text on a white background&#10;&#10;AI-generated content may be incorrect.">
            <a:extLst>
              <a:ext uri="{FF2B5EF4-FFF2-40B4-BE49-F238E27FC236}">
                <a16:creationId xmlns:a16="http://schemas.microsoft.com/office/drawing/2014/main" id="{6B9AE41A-3EC5-A5B2-C734-CF553AEF6A9E}"/>
              </a:ext>
            </a:extLst>
          </p:cNvPr>
          <p:cNvPicPr>
            <a:picLocks noChangeAspect="1"/>
          </p:cNvPicPr>
          <p:nvPr/>
        </p:nvPicPr>
        <p:blipFill>
          <a:blip r:embed="rId6"/>
          <a:stretch>
            <a:fillRect/>
          </a:stretch>
        </p:blipFill>
        <p:spPr>
          <a:xfrm>
            <a:off x="1745701" y="3221055"/>
            <a:ext cx="2579574" cy="669784"/>
          </a:xfrm>
          <a:prstGeom prst="rect">
            <a:avLst/>
          </a:prstGeom>
        </p:spPr>
      </p:pic>
      <p:pic>
        <p:nvPicPr>
          <p:cNvPr id="25" name="Picture 24" descr="A mathematical equation with black text&#10;&#10;AI-generated content may be incorrect.">
            <a:extLst>
              <a:ext uri="{FF2B5EF4-FFF2-40B4-BE49-F238E27FC236}">
                <a16:creationId xmlns:a16="http://schemas.microsoft.com/office/drawing/2014/main" id="{08B1047C-F4E7-CB70-39EA-8473E1233CEE}"/>
              </a:ext>
            </a:extLst>
          </p:cNvPr>
          <p:cNvPicPr>
            <a:picLocks noChangeAspect="1"/>
          </p:cNvPicPr>
          <p:nvPr/>
        </p:nvPicPr>
        <p:blipFill>
          <a:blip r:embed="rId7"/>
          <a:stretch>
            <a:fillRect/>
          </a:stretch>
        </p:blipFill>
        <p:spPr>
          <a:xfrm>
            <a:off x="1692790" y="5360026"/>
            <a:ext cx="1767547" cy="712430"/>
          </a:xfrm>
          <a:prstGeom prst="rect">
            <a:avLst/>
          </a:prstGeom>
        </p:spPr>
      </p:pic>
      <p:sp>
        <p:nvSpPr>
          <p:cNvPr id="28" name="Left Bracket 27">
            <a:extLst>
              <a:ext uri="{FF2B5EF4-FFF2-40B4-BE49-F238E27FC236}">
                <a16:creationId xmlns:a16="http://schemas.microsoft.com/office/drawing/2014/main" id="{92200CD3-1780-0E1B-C8C7-6C5B3ECD0C65}"/>
              </a:ext>
            </a:extLst>
          </p:cNvPr>
          <p:cNvSpPr/>
          <p:nvPr/>
        </p:nvSpPr>
        <p:spPr>
          <a:xfrm rot="16200000">
            <a:off x="3063980" y="3791114"/>
            <a:ext cx="82926" cy="195953"/>
          </a:xfrm>
          <a:prstGeom prst="leftBracket">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AFCF3524-7CD0-9285-B2AB-F114D20EA6A4}"/>
              </a:ext>
            </a:extLst>
          </p:cNvPr>
          <p:cNvCxnSpPr>
            <a:cxnSpLocks/>
          </p:cNvCxnSpPr>
          <p:nvPr/>
        </p:nvCxnSpPr>
        <p:spPr>
          <a:xfrm>
            <a:off x="3105443" y="3931267"/>
            <a:ext cx="0" cy="44949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29" name="Left Bracket 28">
            <a:extLst>
              <a:ext uri="{FF2B5EF4-FFF2-40B4-BE49-F238E27FC236}">
                <a16:creationId xmlns:a16="http://schemas.microsoft.com/office/drawing/2014/main" id="{C2C621BC-D7DA-B42C-20DF-6C70C88BF1E9}"/>
              </a:ext>
            </a:extLst>
          </p:cNvPr>
          <p:cNvSpPr/>
          <p:nvPr/>
        </p:nvSpPr>
        <p:spPr>
          <a:xfrm rot="16200000">
            <a:off x="3723196" y="3422653"/>
            <a:ext cx="85858" cy="935805"/>
          </a:xfrm>
          <a:prstGeom prst="leftBracket">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EDABEC70-D600-92AE-7ED8-C31B4DBD19DD}"/>
              </a:ext>
            </a:extLst>
          </p:cNvPr>
          <p:cNvCxnSpPr>
            <a:cxnSpLocks/>
          </p:cNvCxnSpPr>
          <p:nvPr/>
        </p:nvCxnSpPr>
        <p:spPr>
          <a:xfrm>
            <a:off x="4127593" y="3930554"/>
            <a:ext cx="0" cy="44949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2" name="Left Bracket 31">
            <a:extLst>
              <a:ext uri="{FF2B5EF4-FFF2-40B4-BE49-F238E27FC236}">
                <a16:creationId xmlns:a16="http://schemas.microsoft.com/office/drawing/2014/main" id="{E490B172-7BCB-8BB4-79AC-08CA1BDBCFD6}"/>
              </a:ext>
            </a:extLst>
          </p:cNvPr>
          <p:cNvSpPr/>
          <p:nvPr/>
        </p:nvSpPr>
        <p:spPr>
          <a:xfrm rot="16200000">
            <a:off x="2761953" y="3791112"/>
            <a:ext cx="82926" cy="195953"/>
          </a:xfrm>
          <a:prstGeom prst="leftBracket">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cxnSp>
        <p:nvCxnSpPr>
          <p:cNvPr id="33" name="Straight Arrow Connector 32">
            <a:extLst>
              <a:ext uri="{FF2B5EF4-FFF2-40B4-BE49-F238E27FC236}">
                <a16:creationId xmlns:a16="http://schemas.microsoft.com/office/drawing/2014/main" id="{61BC722A-93B3-2FF6-162F-83351C2708C0}"/>
              </a:ext>
            </a:extLst>
          </p:cNvPr>
          <p:cNvCxnSpPr>
            <a:cxnSpLocks/>
          </p:cNvCxnSpPr>
          <p:nvPr/>
        </p:nvCxnSpPr>
        <p:spPr>
          <a:xfrm>
            <a:off x="2739103" y="3930554"/>
            <a:ext cx="0" cy="44949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4" name="TextBox 33">
            <a:extLst>
              <a:ext uri="{FF2B5EF4-FFF2-40B4-BE49-F238E27FC236}">
                <a16:creationId xmlns:a16="http://schemas.microsoft.com/office/drawing/2014/main" id="{42AD2355-1D41-1151-59C7-4471F628D172}"/>
              </a:ext>
            </a:extLst>
          </p:cNvPr>
          <p:cNvSpPr txBox="1"/>
          <p:nvPr/>
        </p:nvSpPr>
        <p:spPr>
          <a:xfrm>
            <a:off x="2954094" y="4336892"/>
            <a:ext cx="895713" cy="577081"/>
          </a:xfrm>
          <a:prstGeom prst="rect">
            <a:avLst/>
          </a:prstGeom>
          <a:noFill/>
          <a:ln>
            <a:noFill/>
          </a:ln>
        </p:spPr>
        <p:style>
          <a:lnRef idx="2">
            <a:schemeClr val="accent2"/>
          </a:lnRef>
          <a:fillRef idx="1">
            <a:schemeClr val="lt1"/>
          </a:fillRef>
          <a:effectRef idx="0">
            <a:schemeClr val="accent2"/>
          </a:effectRef>
          <a:fontRef idx="minor">
            <a:schemeClr val="dk1"/>
          </a:fontRef>
        </p:style>
        <p:txBody>
          <a:bodyPr wrap="square">
            <a:spAutoFit/>
          </a:bodyPr>
          <a:lstStyle/>
          <a:p>
            <a:r>
              <a:rPr lang="en-US" sz="1050" dirty="0"/>
              <a:t>prob of </a:t>
            </a:r>
            <a:r>
              <a:rPr lang="en-US" sz="1050" i="1" dirty="0"/>
              <a:t>k </a:t>
            </a:r>
            <a:r>
              <a:rPr lang="en-US" sz="1050" dirty="0"/>
              <a:t>consecutive heads</a:t>
            </a:r>
          </a:p>
        </p:txBody>
      </p:sp>
      <p:sp>
        <p:nvSpPr>
          <p:cNvPr id="35" name="TextBox 34">
            <a:extLst>
              <a:ext uri="{FF2B5EF4-FFF2-40B4-BE49-F238E27FC236}">
                <a16:creationId xmlns:a16="http://schemas.microsoft.com/office/drawing/2014/main" id="{97689C4C-6B90-FCCF-1FF9-380F1CDCA801}"/>
              </a:ext>
            </a:extLst>
          </p:cNvPr>
          <p:cNvSpPr txBox="1"/>
          <p:nvPr/>
        </p:nvSpPr>
        <p:spPr>
          <a:xfrm>
            <a:off x="3913025" y="4332397"/>
            <a:ext cx="895713" cy="577081"/>
          </a:xfrm>
          <a:prstGeom prst="rect">
            <a:avLst/>
          </a:prstGeom>
          <a:noFill/>
          <a:ln>
            <a:noFill/>
          </a:ln>
        </p:spPr>
        <p:style>
          <a:lnRef idx="2">
            <a:schemeClr val="accent2"/>
          </a:lnRef>
          <a:fillRef idx="1">
            <a:schemeClr val="lt1"/>
          </a:fillRef>
          <a:effectRef idx="0">
            <a:schemeClr val="accent2"/>
          </a:effectRef>
          <a:fontRef idx="minor">
            <a:schemeClr val="dk1"/>
          </a:fontRef>
        </p:style>
        <p:txBody>
          <a:bodyPr wrap="square">
            <a:spAutoFit/>
          </a:bodyPr>
          <a:lstStyle/>
          <a:p>
            <a:r>
              <a:rPr lang="en-US" sz="1050" dirty="0"/>
              <a:t>prob of </a:t>
            </a:r>
            <a:r>
              <a:rPr lang="en-US" sz="1050" i="1" dirty="0"/>
              <a:t>n-k </a:t>
            </a:r>
            <a:r>
              <a:rPr lang="en-US" sz="1050" dirty="0"/>
              <a:t>consecutive tails</a:t>
            </a:r>
          </a:p>
        </p:txBody>
      </p:sp>
      <p:sp>
        <p:nvSpPr>
          <p:cNvPr id="36" name="TextBox 35">
            <a:extLst>
              <a:ext uri="{FF2B5EF4-FFF2-40B4-BE49-F238E27FC236}">
                <a16:creationId xmlns:a16="http://schemas.microsoft.com/office/drawing/2014/main" id="{96913227-4321-D8E2-8E2C-3CF46CD268DB}"/>
              </a:ext>
            </a:extLst>
          </p:cNvPr>
          <p:cNvSpPr txBox="1"/>
          <p:nvPr/>
        </p:nvSpPr>
        <p:spPr>
          <a:xfrm>
            <a:off x="2209730" y="4358825"/>
            <a:ext cx="895713" cy="577081"/>
          </a:xfrm>
          <a:prstGeom prst="rect">
            <a:avLst/>
          </a:prstGeom>
          <a:noFill/>
          <a:ln>
            <a:noFill/>
          </a:ln>
        </p:spPr>
        <p:style>
          <a:lnRef idx="2">
            <a:schemeClr val="accent2"/>
          </a:lnRef>
          <a:fillRef idx="1">
            <a:schemeClr val="lt1"/>
          </a:fillRef>
          <a:effectRef idx="0">
            <a:schemeClr val="accent2"/>
          </a:effectRef>
          <a:fontRef idx="minor">
            <a:schemeClr val="dk1"/>
          </a:fontRef>
        </p:style>
        <p:txBody>
          <a:bodyPr wrap="square">
            <a:spAutoFit/>
          </a:bodyPr>
          <a:lstStyle/>
          <a:p>
            <a:r>
              <a:rPr lang="en-US" sz="1050" dirty="0"/>
              <a:t># of ways of choosing</a:t>
            </a:r>
          </a:p>
          <a:p>
            <a:r>
              <a:rPr lang="en-US" sz="1050" dirty="0"/>
              <a:t>results</a:t>
            </a:r>
          </a:p>
        </p:txBody>
      </p:sp>
      <p:cxnSp>
        <p:nvCxnSpPr>
          <p:cNvPr id="37" name="Straight Arrow Connector 36">
            <a:extLst>
              <a:ext uri="{FF2B5EF4-FFF2-40B4-BE49-F238E27FC236}">
                <a16:creationId xmlns:a16="http://schemas.microsoft.com/office/drawing/2014/main" id="{5FF7EF03-D972-0F01-AAF8-98113B400895}"/>
              </a:ext>
            </a:extLst>
          </p:cNvPr>
          <p:cNvCxnSpPr>
            <a:cxnSpLocks/>
          </p:cNvCxnSpPr>
          <p:nvPr/>
        </p:nvCxnSpPr>
        <p:spPr>
          <a:xfrm>
            <a:off x="2511278" y="4958449"/>
            <a:ext cx="0" cy="44949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pic>
        <p:nvPicPr>
          <p:cNvPr id="39" name="Picture 38">
            <a:extLst>
              <a:ext uri="{FF2B5EF4-FFF2-40B4-BE49-F238E27FC236}">
                <a16:creationId xmlns:a16="http://schemas.microsoft.com/office/drawing/2014/main" id="{4379FF34-A963-5F41-5E37-3C8DA7DE0741}"/>
              </a:ext>
            </a:extLst>
          </p:cNvPr>
          <p:cNvPicPr>
            <a:picLocks noChangeAspect="1"/>
          </p:cNvPicPr>
          <p:nvPr/>
        </p:nvPicPr>
        <p:blipFill>
          <a:blip r:embed="rId8"/>
          <a:stretch>
            <a:fillRect/>
          </a:stretch>
        </p:blipFill>
        <p:spPr>
          <a:xfrm>
            <a:off x="3766125" y="5604853"/>
            <a:ext cx="2260034" cy="242869"/>
          </a:xfrm>
          <a:prstGeom prst="rect">
            <a:avLst/>
          </a:prstGeom>
        </p:spPr>
      </p:pic>
      <p:pic>
        <p:nvPicPr>
          <p:cNvPr id="8" name="binomial_slider.mp4">
            <a:hlinkClick r:id="" action="ppaction://media"/>
            <a:extLst>
              <a:ext uri="{FF2B5EF4-FFF2-40B4-BE49-F238E27FC236}">
                <a16:creationId xmlns:a16="http://schemas.microsoft.com/office/drawing/2014/main" id="{2FB5AF25-82E7-8904-EABD-391E38FA1083}"/>
              </a:ext>
            </a:extLst>
          </p:cNvPr>
          <p:cNvPicPr>
            <a:picLocks noChangeAspect="1"/>
          </p:cNvPicPr>
          <p:nvPr>
            <a:videoFile r:link="rId2"/>
            <p:extLst>
              <p:ext uri="{DAA4B4D4-6D71-4841-9C94-3DE7FCFB9230}">
                <p14:media xmlns:p14="http://schemas.microsoft.com/office/powerpoint/2010/main" r:embed="rId1"/>
              </p:ext>
            </p:extLst>
          </p:nvPr>
        </p:nvPicPr>
        <p:blipFill>
          <a:blip r:embed="rId9"/>
          <a:srcRect l="4792" t="4583" r="6875"/>
          <a:stretch>
            <a:fillRect/>
          </a:stretch>
        </p:blipFill>
        <p:spPr>
          <a:xfrm>
            <a:off x="6197227" y="2444024"/>
            <a:ext cx="5849669" cy="3159373"/>
          </a:xfrm>
          <a:prstGeom prst="rect">
            <a:avLst/>
          </a:prstGeom>
        </p:spPr>
      </p:pic>
    </p:spTree>
    <p:extLst>
      <p:ext uri="{BB962C8B-B14F-4D97-AF65-F5344CB8AC3E}">
        <p14:creationId xmlns:p14="http://schemas.microsoft.com/office/powerpoint/2010/main" val="1760437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vol="80000">
                <p:cTn id="37" fill="hold" display="0">
                  <p:stCondLst>
                    <p:cond delay="indefinite"/>
                  </p:stCondLst>
                </p:cTn>
                <p:tgtEl>
                  <p:spTgt spid="8"/>
                </p:tgtEl>
              </p:cMediaNode>
            </p:video>
            <p:seq concurrent="1" nextAc="seek">
              <p:cTn id="38" restart="whenNotActive" fill="hold" evtFilter="cancelBubble" nodeType="interactiveSeq">
                <p:stCondLst>
                  <p:cond evt="onClick" delay="0">
                    <p:tgtEl>
                      <p:spTgt spid="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8"/>
                                        </p:tgtEl>
                                      </p:cBhvr>
                                    </p:cmd>
                                  </p:childTnLst>
                                </p:cTn>
                              </p:par>
                            </p:childTnLst>
                          </p:cTn>
                        </p:par>
                      </p:childTnLst>
                    </p:cTn>
                  </p:par>
                </p:childTnLst>
              </p:cTn>
              <p:nextCondLst>
                <p:cond evt="onClick" delay="0">
                  <p:tgtEl>
                    <p:spTgt spid="8"/>
                  </p:tgtEl>
                </p:cond>
              </p:nextCondLst>
            </p:seq>
          </p:childTnLst>
        </p:cTn>
      </p:par>
    </p:tnLst>
    <p:bldLst>
      <p:bldP spid="28" grpId="0" animBg="1"/>
      <p:bldP spid="29" grpId="0" animBg="1"/>
      <p:bldP spid="32" grpId="0" animBg="1"/>
      <p:bldP spid="34" grpId="0"/>
      <p:bldP spid="35" grpId="0"/>
      <p:bldP spid="36" grpId="0"/>
    </p:bldLst>
  </p:timing>
  <p:extLst>
    <p:ext uri="{6950BFC3-D8DA-4A85-94F7-54DA5524770B}">
      <p188:commentRel xmlns:p188="http://schemas.microsoft.com/office/powerpoint/2018/8/main" r:id="rId5"/>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CD251-C234-C7A1-FD26-35FBEA45A720}"/>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DA7BD410-6407-A3A6-71E6-27E023994724}"/>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6EB3C545-5D8C-4FAD-9AB3-D51CEA0C2D2E}"/>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FC8EF6FD-ADB2-C256-9BB5-ACCADCEB9F98}"/>
              </a:ext>
            </a:extLst>
          </p:cNvPr>
          <p:cNvSpPr>
            <a:spLocks noGrp="1"/>
          </p:cNvSpPr>
          <p:nvPr>
            <p:ph type="sldNum" sz="quarter" idx="12"/>
          </p:nvPr>
        </p:nvSpPr>
        <p:spPr/>
        <p:txBody>
          <a:bodyPr/>
          <a:lstStyle/>
          <a:p>
            <a:fld id="{CD8A0FDF-4F91-7341-808B-3919AC0D856E}" type="slidenum">
              <a:rPr lang="en-US" smtClean="0"/>
              <a:t>11</a:t>
            </a:fld>
            <a:endParaRPr lang="en-US" dirty="0"/>
          </a:p>
        </p:txBody>
      </p:sp>
      <p:sp>
        <p:nvSpPr>
          <p:cNvPr id="11" name="Title 1">
            <a:extLst>
              <a:ext uri="{FF2B5EF4-FFF2-40B4-BE49-F238E27FC236}">
                <a16:creationId xmlns:a16="http://schemas.microsoft.com/office/drawing/2014/main" id="{C47707FE-1793-A24A-43F1-EA0BE2DE937A}"/>
              </a:ext>
            </a:extLst>
          </p:cNvPr>
          <p:cNvSpPr>
            <a:spLocks noGrp="1"/>
          </p:cNvSpPr>
          <p:nvPr>
            <p:ph type="title"/>
          </p:nvPr>
        </p:nvSpPr>
        <p:spPr>
          <a:xfrm>
            <a:off x="838200" y="-102961"/>
            <a:ext cx="10515600" cy="1325563"/>
          </a:xfrm>
        </p:spPr>
        <p:txBody>
          <a:bodyPr>
            <a:normAutofit/>
          </a:bodyPr>
          <a:lstStyle/>
          <a:p>
            <a:r>
              <a:rPr lang="en-US" sz="3200" dirty="0"/>
              <a:t>Binomial distribution</a:t>
            </a:r>
          </a:p>
        </p:txBody>
      </p:sp>
      <p:pic>
        <p:nvPicPr>
          <p:cNvPr id="8" name="Picture 7" descr="A close-up of a nutrition label&#10;&#10;AI-generated content may be incorrect.">
            <a:extLst>
              <a:ext uri="{FF2B5EF4-FFF2-40B4-BE49-F238E27FC236}">
                <a16:creationId xmlns:a16="http://schemas.microsoft.com/office/drawing/2014/main" id="{550BE9E2-6D41-A520-8D49-E9511ED90C6D}"/>
              </a:ext>
            </a:extLst>
          </p:cNvPr>
          <p:cNvPicPr>
            <a:picLocks noChangeAspect="1"/>
          </p:cNvPicPr>
          <p:nvPr/>
        </p:nvPicPr>
        <p:blipFill>
          <a:blip r:embed="rId4"/>
          <a:stretch>
            <a:fillRect/>
          </a:stretch>
        </p:blipFill>
        <p:spPr>
          <a:xfrm>
            <a:off x="838200" y="2197259"/>
            <a:ext cx="5136120" cy="999515"/>
          </a:xfrm>
          <a:prstGeom prst="rect">
            <a:avLst/>
          </a:prstGeom>
        </p:spPr>
      </p:pic>
      <p:sp>
        <p:nvSpPr>
          <p:cNvPr id="10" name="TextBox 9">
            <a:extLst>
              <a:ext uri="{FF2B5EF4-FFF2-40B4-BE49-F238E27FC236}">
                <a16:creationId xmlns:a16="http://schemas.microsoft.com/office/drawing/2014/main" id="{34CD4F55-BB99-9A91-96F9-E80F1ED8E381}"/>
              </a:ext>
            </a:extLst>
          </p:cNvPr>
          <p:cNvSpPr txBox="1"/>
          <p:nvPr/>
        </p:nvSpPr>
        <p:spPr>
          <a:xfrm>
            <a:off x="1004495" y="3593992"/>
            <a:ext cx="2410609" cy="646331"/>
          </a:xfrm>
          <a:prstGeom prst="rect">
            <a:avLst/>
          </a:prstGeom>
          <a:noFill/>
        </p:spPr>
        <p:txBody>
          <a:bodyPr wrap="square">
            <a:spAutoFit/>
          </a:bodyPr>
          <a:lstStyle/>
          <a:p>
            <a:pPr marL="285750" indent="-285750">
              <a:buFont typeface="Arial" panose="020B0604020202020204" pitchFamily="34" charset="0"/>
              <a:buChar char="•"/>
            </a:pPr>
            <a:r>
              <a:rPr lang="en-US" sz="1800" dirty="0"/>
              <a:t>Age</a:t>
            </a:r>
          </a:p>
          <a:p>
            <a:pPr marL="285750" indent="-285750">
              <a:buFont typeface="Arial" panose="020B0604020202020204" pitchFamily="34" charset="0"/>
              <a:buChar char="•"/>
            </a:pPr>
            <a:r>
              <a:rPr lang="en-US" dirty="0"/>
              <a:t>Smoker? YES/NO</a:t>
            </a:r>
            <a:endParaRPr lang="en-US" sz="1800" dirty="0"/>
          </a:p>
        </p:txBody>
      </p:sp>
      <p:sp>
        <p:nvSpPr>
          <p:cNvPr id="12" name="TextBox 11">
            <a:extLst>
              <a:ext uri="{FF2B5EF4-FFF2-40B4-BE49-F238E27FC236}">
                <a16:creationId xmlns:a16="http://schemas.microsoft.com/office/drawing/2014/main" id="{0CCEF0CA-D85A-5EC1-312E-DFFC8BD9283D}"/>
              </a:ext>
            </a:extLst>
          </p:cNvPr>
          <p:cNvSpPr txBox="1"/>
          <p:nvPr/>
        </p:nvSpPr>
        <p:spPr>
          <a:xfrm>
            <a:off x="847613" y="4744338"/>
            <a:ext cx="3190987" cy="646331"/>
          </a:xfrm>
          <a:prstGeom prst="rect">
            <a:avLst/>
          </a:prstGeom>
          <a:noFill/>
        </p:spPr>
        <p:txBody>
          <a:bodyPr wrap="square">
            <a:spAutoFit/>
          </a:bodyPr>
          <a:lstStyle/>
          <a:p>
            <a:r>
              <a:rPr lang="en-US" sz="1800" dirty="0"/>
              <a:t>Overall prob of being a smoker in age band 30-44</a:t>
            </a:r>
          </a:p>
        </p:txBody>
      </p:sp>
      <p:sp>
        <p:nvSpPr>
          <p:cNvPr id="18" name="TextBox 17">
            <a:extLst>
              <a:ext uri="{FF2B5EF4-FFF2-40B4-BE49-F238E27FC236}">
                <a16:creationId xmlns:a16="http://schemas.microsoft.com/office/drawing/2014/main" id="{B381C51E-2601-1C09-6E06-D6CE88E2B635}"/>
              </a:ext>
            </a:extLst>
          </p:cNvPr>
          <p:cNvSpPr txBox="1"/>
          <p:nvPr/>
        </p:nvSpPr>
        <p:spPr>
          <a:xfrm>
            <a:off x="4186038" y="4913614"/>
            <a:ext cx="1147700" cy="307777"/>
          </a:xfrm>
          <a:prstGeom prst="rect">
            <a:avLst/>
          </a:prstGeom>
          <a:solidFill>
            <a:schemeClr val="bg2"/>
          </a:solidFill>
        </p:spPr>
        <p:txBody>
          <a:bodyPr wrap="square">
            <a:spAutoFit/>
          </a:bodyPr>
          <a:lstStyle/>
          <a:p>
            <a:r>
              <a:rPr lang="en-GB" sz="1400" b="0" i="0" dirty="0">
                <a:effectLst/>
                <a:latin typeface="Menlo" panose="020B0609030804020204" pitchFamily="49" charset="0"/>
              </a:rPr>
              <a:t>p = 0.569</a:t>
            </a:r>
            <a:endParaRPr lang="en-US" sz="1400" dirty="0"/>
          </a:p>
        </p:txBody>
      </p:sp>
      <p:sp>
        <p:nvSpPr>
          <p:cNvPr id="20" name="TextBox 19">
            <a:extLst>
              <a:ext uri="{FF2B5EF4-FFF2-40B4-BE49-F238E27FC236}">
                <a16:creationId xmlns:a16="http://schemas.microsoft.com/office/drawing/2014/main" id="{439B43A0-CF8D-0755-311E-6ED13C781386}"/>
              </a:ext>
            </a:extLst>
          </p:cNvPr>
          <p:cNvSpPr txBox="1"/>
          <p:nvPr/>
        </p:nvSpPr>
        <p:spPr>
          <a:xfrm>
            <a:off x="7278229" y="1497478"/>
            <a:ext cx="4265908" cy="369332"/>
          </a:xfrm>
          <a:prstGeom prst="rect">
            <a:avLst/>
          </a:prstGeom>
          <a:noFill/>
        </p:spPr>
        <p:txBody>
          <a:bodyPr wrap="square">
            <a:spAutoFit/>
          </a:bodyPr>
          <a:lstStyle/>
          <a:p>
            <a:r>
              <a:rPr lang="en-US" dirty="0" err="1"/>
              <a:t>Randomise</a:t>
            </a:r>
            <a:r>
              <a:rPr lang="en-US" dirty="0"/>
              <a:t> participants into groups of 20</a:t>
            </a:r>
          </a:p>
        </p:txBody>
      </p:sp>
      <p:pic>
        <p:nvPicPr>
          <p:cNvPr id="21" name="Picture 20">
            <a:extLst>
              <a:ext uri="{FF2B5EF4-FFF2-40B4-BE49-F238E27FC236}">
                <a16:creationId xmlns:a16="http://schemas.microsoft.com/office/drawing/2014/main" id="{9223A941-4E3E-A57B-2A34-B4093A076177}"/>
              </a:ext>
            </a:extLst>
          </p:cNvPr>
          <p:cNvPicPr>
            <a:picLocks noChangeAspect="1"/>
          </p:cNvPicPr>
          <p:nvPr/>
        </p:nvPicPr>
        <p:blipFill>
          <a:blip r:embed="rId5"/>
          <a:stretch>
            <a:fillRect/>
          </a:stretch>
        </p:blipFill>
        <p:spPr>
          <a:xfrm>
            <a:off x="6858263" y="3021505"/>
            <a:ext cx="5069953" cy="2797609"/>
          </a:xfrm>
          <a:prstGeom prst="rect">
            <a:avLst/>
          </a:prstGeom>
        </p:spPr>
      </p:pic>
      <p:sp>
        <p:nvSpPr>
          <p:cNvPr id="23" name="TextBox 22">
            <a:extLst>
              <a:ext uri="{FF2B5EF4-FFF2-40B4-BE49-F238E27FC236}">
                <a16:creationId xmlns:a16="http://schemas.microsoft.com/office/drawing/2014/main" id="{D1DB1B27-D282-8BCE-1A99-88CE69DC55E5}"/>
              </a:ext>
            </a:extLst>
          </p:cNvPr>
          <p:cNvSpPr txBox="1"/>
          <p:nvPr/>
        </p:nvSpPr>
        <p:spPr>
          <a:xfrm>
            <a:off x="7278229" y="2243931"/>
            <a:ext cx="4649987"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Probability of</a:t>
            </a:r>
            <a:r>
              <a:rPr lang="en-US" b="1" i="1" dirty="0"/>
              <a:t> k </a:t>
            </a:r>
            <a:r>
              <a:rPr lang="en-US" b="1" dirty="0"/>
              <a:t>smokers in group of </a:t>
            </a:r>
            <a:r>
              <a:rPr lang="en-US" b="1" i="1" dirty="0"/>
              <a:t>n </a:t>
            </a:r>
            <a:r>
              <a:rPr lang="en-US" b="1" dirty="0"/>
              <a:t>= 20?</a:t>
            </a:r>
          </a:p>
        </p:txBody>
      </p:sp>
      <p:cxnSp>
        <p:nvCxnSpPr>
          <p:cNvPr id="24" name="Straight Arrow Connector 23">
            <a:extLst>
              <a:ext uri="{FF2B5EF4-FFF2-40B4-BE49-F238E27FC236}">
                <a16:creationId xmlns:a16="http://schemas.microsoft.com/office/drawing/2014/main" id="{050B02AB-16DE-AB24-60A3-3BA0457FF01D}"/>
              </a:ext>
            </a:extLst>
          </p:cNvPr>
          <p:cNvCxnSpPr>
            <a:cxnSpLocks/>
          </p:cNvCxnSpPr>
          <p:nvPr/>
        </p:nvCxnSpPr>
        <p:spPr>
          <a:xfrm>
            <a:off x="6219083" y="2428597"/>
            <a:ext cx="930865"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8" name="TextBox 37">
            <a:extLst>
              <a:ext uri="{FF2B5EF4-FFF2-40B4-BE49-F238E27FC236}">
                <a16:creationId xmlns:a16="http://schemas.microsoft.com/office/drawing/2014/main" id="{94C37238-50CD-5B39-B97D-5B6B196CA16A}"/>
              </a:ext>
            </a:extLst>
          </p:cNvPr>
          <p:cNvSpPr txBox="1"/>
          <p:nvPr/>
        </p:nvSpPr>
        <p:spPr>
          <a:xfrm>
            <a:off x="396018" y="1184742"/>
            <a:ext cx="3970539" cy="400110"/>
          </a:xfrm>
          <a:prstGeom prst="rect">
            <a:avLst/>
          </a:prstGeom>
          <a:noFill/>
        </p:spPr>
        <p:txBody>
          <a:bodyPr wrap="square">
            <a:spAutoFit/>
          </a:bodyPr>
          <a:lstStyle/>
          <a:p>
            <a:r>
              <a:rPr lang="en-US" sz="2000" u="sng" dirty="0"/>
              <a:t>Case study</a:t>
            </a:r>
          </a:p>
        </p:txBody>
      </p:sp>
      <p:sp>
        <p:nvSpPr>
          <p:cNvPr id="2" name="TextBox 1">
            <a:extLst>
              <a:ext uri="{FF2B5EF4-FFF2-40B4-BE49-F238E27FC236}">
                <a16:creationId xmlns:a16="http://schemas.microsoft.com/office/drawing/2014/main" id="{1FB82169-EAD7-656C-2FA4-9966F5E529FB}"/>
              </a:ext>
            </a:extLst>
          </p:cNvPr>
          <p:cNvSpPr txBox="1"/>
          <p:nvPr/>
        </p:nvSpPr>
        <p:spPr>
          <a:xfrm>
            <a:off x="5642386" y="2920701"/>
            <a:ext cx="65" cy="276999"/>
          </a:xfrm>
          <a:prstGeom prst="rect">
            <a:avLst/>
          </a:prstGeom>
          <a:noFill/>
        </p:spPr>
        <p:txBody>
          <a:bodyPr wrap="none" lIns="0" tIns="0" rIns="0" bIns="0" rtlCol="0">
            <a:spAutoFit/>
          </a:bodyPr>
          <a:lstStyle/>
          <a:p>
            <a:endParaRPr lang="en-US" dirty="0"/>
          </a:p>
        </p:txBody>
      </p:sp>
    </p:spTree>
    <p:extLst>
      <p:ext uri="{BB962C8B-B14F-4D97-AF65-F5344CB8AC3E}">
        <p14:creationId xmlns:p14="http://schemas.microsoft.com/office/powerpoint/2010/main" val="3335277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8" grpId="0" animBg="1"/>
      <p:bldP spid="20" grpId="0"/>
      <p:bldP spid="23" grpId="0" animBg="1"/>
    </p:bldLst>
  </p:timing>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2A8E9-8FE9-D84A-B7D4-6B7AF3CA3280}"/>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6578F58C-7220-72A0-EC81-E9D3141A75F0}"/>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483F97E8-88A4-1E00-F489-6835792EFDA8}"/>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32390762-22E2-8611-697B-7AA642203C58}"/>
              </a:ext>
            </a:extLst>
          </p:cNvPr>
          <p:cNvSpPr>
            <a:spLocks noGrp="1"/>
          </p:cNvSpPr>
          <p:nvPr>
            <p:ph type="sldNum" sz="quarter" idx="12"/>
          </p:nvPr>
        </p:nvSpPr>
        <p:spPr/>
        <p:txBody>
          <a:bodyPr/>
          <a:lstStyle/>
          <a:p>
            <a:fld id="{CD8A0FDF-4F91-7341-808B-3919AC0D856E}" type="slidenum">
              <a:rPr lang="en-US" smtClean="0"/>
              <a:t>12</a:t>
            </a:fld>
            <a:endParaRPr lang="en-US" dirty="0"/>
          </a:p>
        </p:txBody>
      </p:sp>
      <p:sp>
        <p:nvSpPr>
          <p:cNvPr id="11" name="Title 1">
            <a:extLst>
              <a:ext uri="{FF2B5EF4-FFF2-40B4-BE49-F238E27FC236}">
                <a16:creationId xmlns:a16="http://schemas.microsoft.com/office/drawing/2014/main" id="{C798E1CA-A3D7-1095-A0B0-F2FB3A638EF3}"/>
              </a:ext>
            </a:extLst>
          </p:cNvPr>
          <p:cNvSpPr>
            <a:spLocks noGrp="1"/>
          </p:cNvSpPr>
          <p:nvPr>
            <p:ph type="title"/>
          </p:nvPr>
        </p:nvSpPr>
        <p:spPr>
          <a:xfrm>
            <a:off x="838200" y="-102961"/>
            <a:ext cx="10515600" cy="1325563"/>
          </a:xfrm>
        </p:spPr>
        <p:txBody>
          <a:bodyPr>
            <a:normAutofit/>
          </a:bodyPr>
          <a:lstStyle/>
          <a:p>
            <a:r>
              <a:rPr lang="en-US" sz="3200" dirty="0"/>
              <a:t>Binomial distribution</a:t>
            </a:r>
          </a:p>
        </p:txBody>
      </p:sp>
      <p:sp>
        <p:nvSpPr>
          <p:cNvPr id="16" name="TextBox 15">
            <a:extLst>
              <a:ext uri="{FF2B5EF4-FFF2-40B4-BE49-F238E27FC236}">
                <a16:creationId xmlns:a16="http://schemas.microsoft.com/office/drawing/2014/main" id="{444C2717-BF70-C8E3-B534-6A7E212F09A5}"/>
              </a:ext>
            </a:extLst>
          </p:cNvPr>
          <p:cNvSpPr txBox="1"/>
          <p:nvPr/>
        </p:nvSpPr>
        <p:spPr>
          <a:xfrm>
            <a:off x="396018" y="1184742"/>
            <a:ext cx="1431745" cy="400110"/>
          </a:xfrm>
          <a:prstGeom prst="rect">
            <a:avLst/>
          </a:prstGeom>
          <a:noFill/>
        </p:spPr>
        <p:txBody>
          <a:bodyPr wrap="square">
            <a:spAutoFit/>
          </a:bodyPr>
          <a:lstStyle/>
          <a:p>
            <a:r>
              <a:rPr lang="en-US" sz="2000" u="sng" dirty="0"/>
              <a:t>Case study</a:t>
            </a:r>
          </a:p>
        </p:txBody>
      </p:sp>
      <p:sp>
        <p:nvSpPr>
          <p:cNvPr id="20" name="TextBox 19">
            <a:extLst>
              <a:ext uri="{FF2B5EF4-FFF2-40B4-BE49-F238E27FC236}">
                <a16:creationId xmlns:a16="http://schemas.microsoft.com/office/drawing/2014/main" id="{65731CF0-E148-9054-7B3A-C5029C28E013}"/>
              </a:ext>
            </a:extLst>
          </p:cNvPr>
          <p:cNvSpPr txBox="1"/>
          <p:nvPr/>
        </p:nvSpPr>
        <p:spPr>
          <a:xfrm>
            <a:off x="7278229" y="1497478"/>
            <a:ext cx="4265908" cy="369332"/>
          </a:xfrm>
          <a:prstGeom prst="rect">
            <a:avLst/>
          </a:prstGeom>
          <a:noFill/>
        </p:spPr>
        <p:txBody>
          <a:bodyPr wrap="square">
            <a:spAutoFit/>
          </a:bodyPr>
          <a:lstStyle/>
          <a:p>
            <a:r>
              <a:rPr lang="en-US" dirty="0" err="1"/>
              <a:t>Randomise</a:t>
            </a:r>
            <a:r>
              <a:rPr lang="en-US" dirty="0"/>
              <a:t> participants into groups of 20</a:t>
            </a:r>
          </a:p>
        </p:txBody>
      </p:sp>
      <p:sp>
        <p:nvSpPr>
          <p:cNvPr id="23" name="TextBox 22">
            <a:extLst>
              <a:ext uri="{FF2B5EF4-FFF2-40B4-BE49-F238E27FC236}">
                <a16:creationId xmlns:a16="http://schemas.microsoft.com/office/drawing/2014/main" id="{38CF8D71-A5F2-7BEC-3ADD-4C06ACA7011F}"/>
              </a:ext>
            </a:extLst>
          </p:cNvPr>
          <p:cNvSpPr txBox="1"/>
          <p:nvPr/>
        </p:nvSpPr>
        <p:spPr>
          <a:xfrm>
            <a:off x="7278229" y="2243931"/>
            <a:ext cx="4649987"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Probability of</a:t>
            </a:r>
            <a:r>
              <a:rPr lang="en-US" b="1" i="1" dirty="0"/>
              <a:t> k </a:t>
            </a:r>
            <a:r>
              <a:rPr lang="en-US" b="1" dirty="0"/>
              <a:t>smokers in group of </a:t>
            </a:r>
            <a:r>
              <a:rPr lang="en-US" b="1" i="1" dirty="0"/>
              <a:t>n </a:t>
            </a:r>
            <a:r>
              <a:rPr lang="en-US" b="1" dirty="0"/>
              <a:t>= 20?</a:t>
            </a:r>
          </a:p>
        </p:txBody>
      </p:sp>
      <p:sp>
        <p:nvSpPr>
          <p:cNvPr id="9" name="TextBox 8">
            <a:extLst>
              <a:ext uri="{FF2B5EF4-FFF2-40B4-BE49-F238E27FC236}">
                <a16:creationId xmlns:a16="http://schemas.microsoft.com/office/drawing/2014/main" id="{A576429A-AA77-B6E7-5CBB-0746C6B9AA1E}"/>
              </a:ext>
            </a:extLst>
          </p:cNvPr>
          <p:cNvSpPr txBox="1"/>
          <p:nvPr/>
        </p:nvSpPr>
        <p:spPr>
          <a:xfrm>
            <a:off x="619308" y="2613263"/>
            <a:ext cx="1902656" cy="369332"/>
          </a:xfrm>
          <a:prstGeom prst="rect">
            <a:avLst/>
          </a:prstGeom>
          <a:noFill/>
        </p:spPr>
        <p:txBody>
          <a:bodyPr wrap="square">
            <a:spAutoFit/>
          </a:bodyPr>
          <a:lstStyle/>
          <a:p>
            <a:r>
              <a:rPr lang="en-US" dirty="0"/>
              <a:t>2</a:t>
            </a:r>
            <a:r>
              <a:rPr lang="en-US" sz="1800" dirty="0"/>
              <a:t>. Seed the code</a:t>
            </a:r>
          </a:p>
        </p:txBody>
      </p:sp>
      <p:sp>
        <p:nvSpPr>
          <p:cNvPr id="13" name="TextBox 12">
            <a:extLst>
              <a:ext uri="{FF2B5EF4-FFF2-40B4-BE49-F238E27FC236}">
                <a16:creationId xmlns:a16="http://schemas.microsoft.com/office/drawing/2014/main" id="{606C2B01-7EEE-5786-523E-520C876C2908}"/>
              </a:ext>
            </a:extLst>
          </p:cNvPr>
          <p:cNvSpPr txBox="1"/>
          <p:nvPr/>
        </p:nvSpPr>
        <p:spPr>
          <a:xfrm>
            <a:off x="622793" y="3477587"/>
            <a:ext cx="3102769" cy="369332"/>
          </a:xfrm>
          <a:prstGeom prst="rect">
            <a:avLst/>
          </a:prstGeom>
          <a:noFill/>
        </p:spPr>
        <p:txBody>
          <a:bodyPr wrap="square">
            <a:spAutoFit/>
          </a:bodyPr>
          <a:lstStyle/>
          <a:p>
            <a:r>
              <a:rPr lang="en-US" dirty="0"/>
              <a:t>3. Generated 2000 samples</a:t>
            </a:r>
          </a:p>
        </p:txBody>
      </p:sp>
      <p:sp>
        <p:nvSpPr>
          <p:cNvPr id="17" name="TextBox 16">
            <a:extLst>
              <a:ext uri="{FF2B5EF4-FFF2-40B4-BE49-F238E27FC236}">
                <a16:creationId xmlns:a16="http://schemas.microsoft.com/office/drawing/2014/main" id="{FB2EE462-7C42-F6EE-825A-FEF9D297A890}"/>
              </a:ext>
            </a:extLst>
          </p:cNvPr>
          <p:cNvSpPr txBox="1"/>
          <p:nvPr/>
        </p:nvSpPr>
        <p:spPr>
          <a:xfrm>
            <a:off x="619308" y="4808224"/>
            <a:ext cx="3559969" cy="369332"/>
          </a:xfrm>
          <a:prstGeom prst="rect">
            <a:avLst/>
          </a:prstGeom>
          <a:noFill/>
        </p:spPr>
        <p:txBody>
          <a:bodyPr wrap="square">
            <a:spAutoFit/>
          </a:bodyPr>
          <a:lstStyle/>
          <a:p>
            <a:r>
              <a:rPr lang="en-US" dirty="0"/>
              <a:t>4. Construct </a:t>
            </a:r>
            <a:r>
              <a:rPr lang="en-US" dirty="0" err="1"/>
              <a:t>pmf</a:t>
            </a:r>
            <a:r>
              <a:rPr lang="en-US" dirty="0"/>
              <a:t> from overall p</a:t>
            </a:r>
          </a:p>
        </p:txBody>
      </p:sp>
      <p:sp>
        <p:nvSpPr>
          <p:cNvPr id="26" name="TextBox 25">
            <a:extLst>
              <a:ext uri="{FF2B5EF4-FFF2-40B4-BE49-F238E27FC236}">
                <a16:creationId xmlns:a16="http://schemas.microsoft.com/office/drawing/2014/main" id="{192AA6EF-872E-670C-901E-FC1EF79D6D4C}"/>
              </a:ext>
            </a:extLst>
          </p:cNvPr>
          <p:cNvSpPr txBox="1"/>
          <p:nvPr/>
        </p:nvSpPr>
        <p:spPr>
          <a:xfrm>
            <a:off x="1935218" y="1238507"/>
            <a:ext cx="1050654"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np.random</a:t>
            </a:r>
            <a:endParaRPr lang="en-US" sz="1200" dirty="0"/>
          </a:p>
        </p:txBody>
      </p:sp>
      <p:sp>
        <p:nvSpPr>
          <p:cNvPr id="28" name="TextBox 27">
            <a:extLst>
              <a:ext uri="{FF2B5EF4-FFF2-40B4-BE49-F238E27FC236}">
                <a16:creationId xmlns:a16="http://schemas.microsoft.com/office/drawing/2014/main" id="{4CF38A6D-E124-2BA0-686D-AF749E9BC794}"/>
              </a:ext>
            </a:extLst>
          </p:cNvPr>
          <p:cNvSpPr txBox="1"/>
          <p:nvPr/>
        </p:nvSpPr>
        <p:spPr>
          <a:xfrm>
            <a:off x="3046308" y="1238507"/>
            <a:ext cx="1050654"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math.comb</a:t>
            </a:r>
            <a:endParaRPr lang="en-US" sz="1200" dirty="0"/>
          </a:p>
        </p:txBody>
      </p:sp>
      <p:sp>
        <p:nvSpPr>
          <p:cNvPr id="29" name="TextBox 28">
            <a:extLst>
              <a:ext uri="{FF2B5EF4-FFF2-40B4-BE49-F238E27FC236}">
                <a16:creationId xmlns:a16="http://schemas.microsoft.com/office/drawing/2014/main" id="{F983B5C1-D1A3-7297-FD41-1B0DF46C2A57}"/>
              </a:ext>
            </a:extLst>
          </p:cNvPr>
          <p:cNvSpPr txBox="1"/>
          <p:nvPr/>
        </p:nvSpPr>
        <p:spPr>
          <a:xfrm>
            <a:off x="4157398" y="1236280"/>
            <a:ext cx="1757269"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matplotlib.pyplot</a:t>
            </a:r>
            <a:endParaRPr lang="en-US" sz="1200" dirty="0"/>
          </a:p>
        </p:txBody>
      </p:sp>
      <p:pic>
        <p:nvPicPr>
          <p:cNvPr id="30" name="Picture 29">
            <a:extLst>
              <a:ext uri="{FF2B5EF4-FFF2-40B4-BE49-F238E27FC236}">
                <a16:creationId xmlns:a16="http://schemas.microsoft.com/office/drawing/2014/main" id="{3B976DAB-B3BE-9049-367F-416AB9F55FF1}"/>
              </a:ext>
            </a:extLst>
          </p:cNvPr>
          <p:cNvPicPr>
            <a:picLocks noChangeAspect="1"/>
          </p:cNvPicPr>
          <p:nvPr/>
        </p:nvPicPr>
        <p:blipFill>
          <a:blip r:embed="rId3"/>
          <a:stretch>
            <a:fillRect/>
          </a:stretch>
        </p:blipFill>
        <p:spPr>
          <a:xfrm>
            <a:off x="6858263" y="3021505"/>
            <a:ext cx="5069953" cy="2797609"/>
          </a:xfrm>
          <a:prstGeom prst="rect">
            <a:avLst/>
          </a:prstGeom>
        </p:spPr>
      </p:pic>
      <p:sp>
        <p:nvSpPr>
          <p:cNvPr id="31" name="TextBox 30">
            <a:extLst>
              <a:ext uri="{FF2B5EF4-FFF2-40B4-BE49-F238E27FC236}">
                <a16:creationId xmlns:a16="http://schemas.microsoft.com/office/drawing/2014/main" id="{C88B2DBC-03EB-E3FB-2E43-3C3C16BF3C59}"/>
              </a:ext>
            </a:extLst>
          </p:cNvPr>
          <p:cNvSpPr txBox="1"/>
          <p:nvPr/>
        </p:nvSpPr>
        <p:spPr>
          <a:xfrm>
            <a:off x="619308" y="1840930"/>
            <a:ext cx="3559969" cy="369332"/>
          </a:xfrm>
          <a:prstGeom prst="rect">
            <a:avLst/>
          </a:prstGeom>
          <a:noFill/>
        </p:spPr>
        <p:txBody>
          <a:bodyPr wrap="square">
            <a:spAutoFit/>
          </a:bodyPr>
          <a:lstStyle/>
          <a:p>
            <a:r>
              <a:rPr lang="en-US" dirty="0"/>
              <a:t>1. Find overall p</a:t>
            </a:r>
          </a:p>
        </p:txBody>
      </p:sp>
      <p:pic>
        <p:nvPicPr>
          <p:cNvPr id="7" name="Picture 6">
            <a:extLst>
              <a:ext uri="{FF2B5EF4-FFF2-40B4-BE49-F238E27FC236}">
                <a16:creationId xmlns:a16="http://schemas.microsoft.com/office/drawing/2014/main" id="{EDBE01DC-38CE-8433-FFEF-2F4B2BED7AA0}"/>
              </a:ext>
            </a:extLst>
          </p:cNvPr>
          <p:cNvPicPr>
            <a:picLocks noChangeAspect="1"/>
          </p:cNvPicPr>
          <p:nvPr/>
        </p:nvPicPr>
        <p:blipFill>
          <a:blip r:embed="rId4"/>
          <a:stretch>
            <a:fillRect/>
          </a:stretch>
        </p:blipFill>
        <p:spPr>
          <a:xfrm>
            <a:off x="684790" y="2190658"/>
            <a:ext cx="2221440" cy="323960"/>
          </a:xfrm>
          <a:prstGeom prst="rect">
            <a:avLst/>
          </a:prstGeom>
        </p:spPr>
      </p:pic>
      <p:pic>
        <p:nvPicPr>
          <p:cNvPr id="10" name="Picture 9">
            <a:extLst>
              <a:ext uri="{FF2B5EF4-FFF2-40B4-BE49-F238E27FC236}">
                <a16:creationId xmlns:a16="http://schemas.microsoft.com/office/drawing/2014/main" id="{81EB1945-866B-3EE5-6B6A-FA334D228276}"/>
              </a:ext>
            </a:extLst>
          </p:cNvPr>
          <p:cNvPicPr>
            <a:picLocks noChangeAspect="1"/>
          </p:cNvPicPr>
          <p:nvPr/>
        </p:nvPicPr>
        <p:blipFill>
          <a:blip r:embed="rId5"/>
          <a:stretch>
            <a:fillRect/>
          </a:stretch>
        </p:blipFill>
        <p:spPr>
          <a:xfrm>
            <a:off x="684790" y="2972093"/>
            <a:ext cx="2907353" cy="317610"/>
          </a:xfrm>
          <a:prstGeom prst="rect">
            <a:avLst/>
          </a:prstGeom>
        </p:spPr>
      </p:pic>
      <p:pic>
        <p:nvPicPr>
          <p:cNvPr id="14" name="Picture 13" descr="A black background with text&#10;&#10;AI-generated content may be incorrect.">
            <a:extLst>
              <a:ext uri="{FF2B5EF4-FFF2-40B4-BE49-F238E27FC236}">
                <a16:creationId xmlns:a16="http://schemas.microsoft.com/office/drawing/2014/main" id="{A4A2009B-CDEE-E008-4659-994CB170C735}"/>
              </a:ext>
            </a:extLst>
          </p:cNvPr>
          <p:cNvPicPr>
            <a:picLocks noChangeAspect="1"/>
          </p:cNvPicPr>
          <p:nvPr/>
        </p:nvPicPr>
        <p:blipFill>
          <a:blip r:embed="rId6"/>
          <a:stretch>
            <a:fillRect/>
          </a:stretch>
        </p:blipFill>
        <p:spPr>
          <a:xfrm>
            <a:off x="684790" y="3844099"/>
            <a:ext cx="4801316" cy="830997"/>
          </a:xfrm>
          <a:prstGeom prst="rect">
            <a:avLst/>
          </a:prstGeom>
        </p:spPr>
      </p:pic>
      <p:pic>
        <p:nvPicPr>
          <p:cNvPr id="19" name="Picture 18" descr="A black background with text&#10;&#10;AI-generated content may be incorrect.">
            <a:extLst>
              <a:ext uri="{FF2B5EF4-FFF2-40B4-BE49-F238E27FC236}">
                <a16:creationId xmlns:a16="http://schemas.microsoft.com/office/drawing/2014/main" id="{9521F2F7-94C2-FE6D-66D3-C87FDB23E81D}"/>
              </a:ext>
            </a:extLst>
          </p:cNvPr>
          <p:cNvPicPr>
            <a:picLocks noChangeAspect="1"/>
          </p:cNvPicPr>
          <p:nvPr/>
        </p:nvPicPr>
        <p:blipFill>
          <a:blip r:embed="rId7"/>
          <a:stretch>
            <a:fillRect/>
          </a:stretch>
        </p:blipFill>
        <p:spPr>
          <a:xfrm>
            <a:off x="684790" y="5158415"/>
            <a:ext cx="4817006" cy="1112753"/>
          </a:xfrm>
          <a:prstGeom prst="rect">
            <a:avLst/>
          </a:prstGeom>
        </p:spPr>
      </p:pic>
      <p:sp>
        <p:nvSpPr>
          <p:cNvPr id="24" name="TextBox 23">
            <a:extLst>
              <a:ext uri="{FF2B5EF4-FFF2-40B4-BE49-F238E27FC236}">
                <a16:creationId xmlns:a16="http://schemas.microsoft.com/office/drawing/2014/main" id="{2C60C16E-2B72-E486-AE4F-A9604D76E26C}"/>
              </a:ext>
            </a:extLst>
          </p:cNvPr>
          <p:cNvSpPr txBox="1"/>
          <p:nvPr/>
        </p:nvSpPr>
        <p:spPr>
          <a:xfrm>
            <a:off x="5975103" y="1236280"/>
            <a:ext cx="804613" cy="276999"/>
          </a:xfrm>
          <a:prstGeom prst="rect">
            <a:avLst/>
          </a:prstGeom>
          <a:solidFill>
            <a:schemeClr val="bg2"/>
          </a:solidFill>
        </p:spPr>
        <p:txBody>
          <a:bodyPr wrap="square">
            <a:spAutoFit/>
          </a:bodyPr>
          <a:lstStyle/>
          <a:p>
            <a:r>
              <a:rPr lang="en-GB" sz="1200" dirty="0">
                <a:latin typeface="Menlo" panose="020B0609030804020204" pitchFamily="49" charset="0"/>
                <a:ea typeface="Menlo" panose="020B0609030804020204" pitchFamily="49" charset="0"/>
                <a:cs typeface="Menlo" panose="020B0609030804020204" pitchFamily="49" charset="0"/>
              </a:rPr>
              <a:t>pandas</a:t>
            </a:r>
            <a:endParaRPr lang="en-US" sz="1200" dirty="0">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182047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3" grpId="0"/>
      <p:bldP spid="17" grpId="0"/>
      <p:bldP spid="26" grpId="0" animBg="1"/>
      <p:bldP spid="28" grpId="0" animBg="1"/>
      <p:bldP spid="29" grpId="0"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2B939-9E61-7D0F-AB1F-1D276B0E0E99}"/>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A20A382A-949D-5003-C139-2127BCED7A03}"/>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874AF07E-6855-8D5B-5845-730FDAC9F695}"/>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D5672156-30D4-800D-C9FF-E88107832E30}"/>
              </a:ext>
            </a:extLst>
          </p:cNvPr>
          <p:cNvSpPr>
            <a:spLocks noGrp="1"/>
          </p:cNvSpPr>
          <p:nvPr>
            <p:ph type="sldNum" sz="quarter" idx="12"/>
          </p:nvPr>
        </p:nvSpPr>
        <p:spPr/>
        <p:txBody>
          <a:bodyPr/>
          <a:lstStyle/>
          <a:p>
            <a:fld id="{CD8A0FDF-4F91-7341-808B-3919AC0D856E}" type="slidenum">
              <a:rPr lang="en-US" smtClean="0"/>
              <a:t>13</a:t>
            </a:fld>
            <a:endParaRPr lang="en-US"/>
          </a:p>
        </p:txBody>
      </p:sp>
      <p:sp>
        <p:nvSpPr>
          <p:cNvPr id="11" name="Title 1">
            <a:extLst>
              <a:ext uri="{FF2B5EF4-FFF2-40B4-BE49-F238E27FC236}">
                <a16:creationId xmlns:a16="http://schemas.microsoft.com/office/drawing/2014/main" id="{4831CB64-5CBB-A986-2CBF-AFFE1D381116}"/>
              </a:ext>
            </a:extLst>
          </p:cNvPr>
          <p:cNvSpPr>
            <a:spLocks noGrp="1"/>
          </p:cNvSpPr>
          <p:nvPr>
            <p:ph type="title"/>
          </p:nvPr>
        </p:nvSpPr>
        <p:spPr>
          <a:xfrm>
            <a:off x="838200" y="-102961"/>
            <a:ext cx="10515600" cy="1325563"/>
          </a:xfrm>
        </p:spPr>
        <p:txBody>
          <a:bodyPr>
            <a:normAutofit/>
          </a:bodyPr>
          <a:lstStyle/>
          <a:p>
            <a:r>
              <a:rPr lang="en-US" sz="3200" dirty="0"/>
              <a:t>Poisson distribution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9DB8A3D-2F9A-4BCF-8D8D-3C11C04CF99F}"/>
                  </a:ext>
                </a:extLst>
              </p:cNvPr>
              <p:cNvSpPr txBox="1"/>
              <p:nvPr/>
            </p:nvSpPr>
            <p:spPr>
              <a:xfrm>
                <a:off x="990611" y="1140116"/>
                <a:ext cx="8991589" cy="1631216"/>
              </a:xfrm>
              <a:prstGeom prst="rect">
                <a:avLst/>
              </a:prstGeom>
              <a:noFill/>
            </p:spPr>
            <p:txBody>
              <a:bodyPr wrap="square">
                <a:spAutoFit/>
              </a:bodyPr>
              <a:lstStyle/>
              <a:p>
                <a:pPr marL="342900" indent="-342900">
                  <a:buFont typeface="Arial" panose="020B0604020202020204" pitchFamily="34" charset="0"/>
                  <a:buChar char="•"/>
                </a:pPr>
                <a:r>
                  <a:rPr lang="en-US" sz="2000" dirty="0"/>
                  <a:t>Probability of observing </a:t>
                </a:r>
                <a:r>
                  <a:rPr lang="en-US" sz="2000" i="1" dirty="0"/>
                  <a:t>k </a:t>
                </a:r>
                <a:r>
                  <a:rPr lang="en-US" sz="2000" b="1" dirty="0"/>
                  <a:t>rare</a:t>
                </a:r>
                <a:r>
                  <a:rPr lang="en-US" sz="2000" dirty="0"/>
                  <a:t> events in a fixed interval of time </a:t>
                </a:r>
                <a14:m>
                  <m:oMath xmlns:m="http://schemas.openxmlformats.org/officeDocument/2006/math">
                    <m:r>
                      <a:rPr lang="en-US" sz="2000" i="1" smtClean="0">
                        <a:latin typeface="Cambria Math" panose="02040503050406030204" pitchFamily="18" charset="0"/>
                        <a:ea typeface="Cambria Math" panose="02040503050406030204" pitchFamily="18" charset="0"/>
                      </a:rPr>
                      <m:t>∆</m:t>
                    </m:r>
                    <m:r>
                      <a:rPr lang="es-ES" sz="2000" b="0" i="1" smtClean="0">
                        <a:latin typeface="Cambria Math" panose="02040503050406030204" pitchFamily="18" charset="0"/>
                        <a:ea typeface="Cambria Math" panose="02040503050406030204" pitchFamily="18" charset="0"/>
                      </a:rPr>
                      <m:t>𝑡</m:t>
                    </m:r>
                  </m:oMath>
                </a14:m>
                <a:r>
                  <a:rPr lang="en-US" sz="2000" dirty="0"/>
                  <a:t>, provided that:</a:t>
                </a:r>
              </a:p>
              <a:p>
                <a:pPr lvl="1"/>
                <a:r>
                  <a:rPr lang="en-US" sz="2000" dirty="0"/>
                  <a:t>- known </a:t>
                </a:r>
                <a:r>
                  <a:rPr lang="en-US" sz="2000" b="1" dirty="0"/>
                  <a:t>mean rate, </a:t>
                </a:r>
                <a:r>
                  <a:rPr lang="en-US" sz="2000" b="1" i="1" dirty="0"/>
                  <a:t>r</a:t>
                </a:r>
              </a:p>
              <a:p>
                <a:pPr lvl="1"/>
                <a:r>
                  <a:rPr lang="en-US" sz="2000" dirty="0"/>
                  <a:t>- events are </a:t>
                </a:r>
                <a:r>
                  <a:rPr lang="en-US" sz="2000" b="1" dirty="0"/>
                  <a:t>random</a:t>
                </a:r>
              </a:p>
              <a:p>
                <a:pPr lvl="1"/>
                <a:r>
                  <a:rPr lang="en-US" sz="2000" dirty="0"/>
                  <a:t>- events are </a:t>
                </a:r>
                <a:r>
                  <a:rPr lang="en-US" sz="2000" b="1" dirty="0"/>
                  <a:t>independent</a:t>
                </a:r>
                <a:r>
                  <a:rPr lang="en-US" sz="2000" dirty="0"/>
                  <a:t> of each other</a:t>
                </a:r>
              </a:p>
            </p:txBody>
          </p:sp>
        </mc:Choice>
        <mc:Fallback xmlns="">
          <p:sp>
            <p:nvSpPr>
              <p:cNvPr id="7" name="TextBox 6">
                <a:extLst>
                  <a:ext uri="{FF2B5EF4-FFF2-40B4-BE49-F238E27FC236}">
                    <a16:creationId xmlns:a16="http://schemas.microsoft.com/office/drawing/2014/main" id="{69DB8A3D-2F9A-4BCF-8D8D-3C11C04CF99F}"/>
                  </a:ext>
                </a:extLst>
              </p:cNvPr>
              <p:cNvSpPr txBox="1">
                <a:spLocks noRot="1" noChangeAspect="1" noMove="1" noResize="1" noEditPoints="1" noAdjustHandles="1" noChangeArrowheads="1" noChangeShapeType="1" noTextEdit="1"/>
              </p:cNvSpPr>
              <p:nvPr/>
            </p:nvSpPr>
            <p:spPr>
              <a:xfrm>
                <a:off x="990611" y="1140116"/>
                <a:ext cx="8991589" cy="1631216"/>
              </a:xfrm>
              <a:prstGeom prst="rect">
                <a:avLst/>
              </a:prstGeom>
              <a:blipFill>
                <a:blip r:embed="rId5"/>
                <a:stretch>
                  <a:fillRect l="-705" t="-769" b="-5385"/>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184F67AE-A2F1-C36F-2DB9-09202CD43679}"/>
              </a:ext>
            </a:extLst>
          </p:cNvPr>
          <p:cNvSpPr txBox="1"/>
          <p:nvPr/>
        </p:nvSpPr>
        <p:spPr>
          <a:xfrm>
            <a:off x="1455074" y="2895559"/>
            <a:ext cx="2788904" cy="707886"/>
          </a:xfrm>
          <a:prstGeom prst="rect">
            <a:avLst/>
          </a:prstGeom>
          <a:noFill/>
        </p:spPr>
        <p:txBody>
          <a:bodyPr wrap="square">
            <a:spAutoFit/>
          </a:bodyPr>
          <a:lstStyle/>
          <a:p>
            <a:r>
              <a:rPr lang="en-US" sz="2000" dirty="0"/>
              <a:t>mean # of events in fixed time interval </a:t>
            </a:r>
          </a:p>
        </p:txBody>
      </p:sp>
      <p:pic>
        <p:nvPicPr>
          <p:cNvPr id="12" name="Picture 11" descr="A black math symbol with a white background&#10;&#10;AI-generated content may be incorrect.">
            <a:extLst>
              <a:ext uri="{FF2B5EF4-FFF2-40B4-BE49-F238E27FC236}">
                <a16:creationId xmlns:a16="http://schemas.microsoft.com/office/drawing/2014/main" id="{91EE5F51-A9B3-DD45-1878-19C4AFEE3A22}"/>
              </a:ext>
            </a:extLst>
          </p:cNvPr>
          <p:cNvPicPr>
            <a:picLocks noChangeAspect="1"/>
          </p:cNvPicPr>
          <p:nvPr/>
        </p:nvPicPr>
        <p:blipFill>
          <a:blip r:embed="rId6"/>
          <a:stretch>
            <a:fillRect/>
          </a:stretch>
        </p:blipFill>
        <p:spPr>
          <a:xfrm>
            <a:off x="4072759" y="2895559"/>
            <a:ext cx="1199037" cy="390048"/>
          </a:xfrm>
          <a:prstGeom prst="rect">
            <a:avLst/>
          </a:prstGeom>
        </p:spPr>
      </p:pic>
      <p:pic>
        <p:nvPicPr>
          <p:cNvPr id="15" name="Picture 14" descr="A math equation with black text&#10;&#10;AI-generated content may be incorrect.">
            <a:extLst>
              <a:ext uri="{FF2B5EF4-FFF2-40B4-BE49-F238E27FC236}">
                <a16:creationId xmlns:a16="http://schemas.microsoft.com/office/drawing/2014/main" id="{D7E5EF53-8604-5B12-9581-C001AAF75952}"/>
              </a:ext>
            </a:extLst>
          </p:cNvPr>
          <p:cNvPicPr>
            <a:picLocks noChangeAspect="1"/>
          </p:cNvPicPr>
          <p:nvPr/>
        </p:nvPicPr>
        <p:blipFill>
          <a:blip r:embed="rId7"/>
          <a:stretch>
            <a:fillRect/>
          </a:stretch>
        </p:blipFill>
        <p:spPr>
          <a:xfrm>
            <a:off x="322726" y="3621728"/>
            <a:ext cx="5374247" cy="922208"/>
          </a:xfrm>
          <a:prstGeom prst="rect">
            <a:avLst/>
          </a:prstGeom>
        </p:spPr>
      </p:pic>
      <p:sp>
        <p:nvSpPr>
          <p:cNvPr id="19" name="TextBox 18">
            <a:extLst>
              <a:ext uri="{FF2B5EF4-FFF2-40B4-BE49-F238E27FC236}">
                <a16:creationId xmlns:a16="http://schemas.microsoft.com/office/drawing/2014/main" id="{689BA782-7A74-1058-FE08-5DA2E0FEFADD}"/>
              </a:ext>
            </a:extLst>
          </p:cNvPr>
          <p:cNvSpPr txBox="1"/>
          <p:nvPr/>
        </p:nvSpPr>
        <p:spPr>
          <a:xfrm>
            <a:off x="421821" y="4880057"/>
            <a:ext cx="6697436" cy="1015663"/>
          </a:xfrm>
          <a:prstGeom prst="rect">
            <a:avLst/>
          </a:prstGeom>
          <a:noFill/>
        </p:spPr>
        <p:txBody>
          <a:bodyPr wrap="square">
            <a:spAutoFit/>
          </a:bodyPr>
          <a:lstStyle/>
          <a:p>
            <a:r>
              <a:rPr lang="en-US" sz="2000" dirty="0"/>
              <a:t>Examples: </a:t>
            </a:r>
          </a:p>
          <a:p>
            <a:pPr marL="285750" indent="-285750">
              <a:buFont typeface="Arial" panose="020B0604020202020204" pitchFamily="34" charset="0"/>
              <a:buChar char="•"/>
            </a:pPr>
            <a:r>
              <a:rPr lang="en-US" sz="2000" dirty="0"/>
              <a:t>Spontaneous mutation in DNA sequence in a given time</a:t>
            </a:r>
          </a:p>
          <a:p>
            <a:pPr marL="285750" indent="-285750">
              <a:buFont typeface="Arial" panose="020B0604020202020204" pitchFamily="34" charset="0"/>
              <a:buChar char="•"/>
            </a:pPr>
            <a:r>
              <a:rPr lang="en-US" sz="2000" dirty="0"/>
              <a:t>Radioactive decay</a:t>
            </a:r>
          </a:p>
        </p:txBody>
      </p:sp>
      <p:pic>
        <p:nvPicPr>
          <p:cNvPr id="2" name="poisson_slider.mp4">
            <a:hlinkClick r:id="" action="ppaction://media"/>
            <a:extLst>
              <a:ext uri="{FF2B5EF4-FFF2-40B4-BE49-F238E27FC236}">
                <a16:creationId xmlns:a16="http://schemas.microsoft.com/office/drawing/2014/main" id="{3DDD0EDC-EDCD-6BEB-2D12-014D80437F9A}"/>
              </a:ext>
            </a:extLst>
          </p:cNvPr>
          <p:cNvPicPr>
            <a:picLocks noChangeAspect="1"/>
          </p:cNvPicPr>
          <p:nvPr>
            <a:videoFile r:link="rId2"/>
            <p:extLst>
              <p:ext uri="{DAA4B4D4-6D71-4841-9C94-3DE7FCFB9230}">
                <p14:media xmlns:p14="http://schemas.microsoft.com/office/powerpoint/2010/main" r:embed="rId1"/>
              </p:ext>
            </p:extLst>
          </p:nvPr>
        </p:nvPicPr>
        <p:blipFill>
          <a:blip r:embed="rId8"/>
          <a:srcRect l="4897" t="4791" r="6875"/>
          <a:stretch>
            <a:fillRect/>
          </a:stretch>
        </p:blipFill>
        <p:spPr>
          <a:xfrm>
            <a:off x="6495029" y="2292647"/>
            <a:ext cx="5552049" cy="2995615"/>
          </a:xfrm>
          <a:prstGeom prst="rect">
            <a:avLst/>
          </a:prstGeom>
        </p:spPr>
      </p:pic>
    </p:spTree>
    <p:extLst>
      <p:ext uri="{BB962C8B-B14F-4D97-AF65-F5344CB8AC3E}">
        <p14:creationId xmlns:p14="http://schemas.microsoft.com/office/powerpoint/2010/main" val="879843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vol="80000">
                <p:cTn id="21" fill="hold" display="0">
                  <p:stCondLst>
                    <p:cond delay="indefinite"/>
                  </p:stCondLst>
                </p:cTn>
                <p:tgtEl>
                  <p:spTgt spid="2"/>
                </p:tgtEl>
              </p:cMediaNode>
            </p:video>
            <p:seq concurrent="1" nextAc="seek">
              <p:cTn id="22" restart="whenNotActive" fill="hold" evtFilter="cancelBubble" nodeType="interactiveSeq">
                <p:stCondLst>
                  <p:cond evt="onClick" delay="0">
                    <p:tgtEl>
                      <p:spTgt spid="2"/>
                    </p:tgtEl>
                  </p:cond>
                </p:stCondLst>
                <p:endSync evt="end" delay="0">
                  <p:rtn val="all"/>
                </p:endSync>
                <p:childTnLst>
                  <p:par>
                    <p:cTn id="23" fill="hold">
                      <p:stCondLst>
                        <p:cond delay="0"/>
                      </p:stCondLst>
                      <p:childTnLst>
                        <p:par>
                          <p:cTn id="24" fill="hold">
                            <p:stCondLst>
                              <p:cond delay="0"/>
                            </p:stCondLst>
                            <p:childTnLst>
                              <p:par>
                                <p:cTn id="25" presetID="2" presetClass="mediacall" presetSubtype="0" fill="hold" nodeType="clickEffect">
                                  <p:stCondLst>
                                    <p:cond delay="0"/>
                                  </p:stCondLst>
                                  <p:childTnLst>
                                    <p:cmd type="call" cmd="togglePause">
                                      <p:cBhvr>
                                        <p:cTn id="26" dur="1" fill="hold"/>
                                        <p:tgtEl>
                                          <p:spTgt spid="2"/>
                                        </p:tgtEl>
                                      </p:cBhvr>
                                    </p:cmd>
                                  </p:childTnLst>
                                </p:cTn>
                              </p:par>
                            </p:childTnLst>
                          </p:cTn>
                        </p:par>
                      </p:childTnLst>
                    </p:cTn>
                  </p:par>
                </p:childTnLst>
              </p:cTn>
              <p:nextCondLst>
                <p:cond evt="onClick" delay="0">
                  <p:tgtEl>
                    <p:spTgt spid="2"/>
                  </p:tgtEl>
                </p:cond>
              </p:nextCondLst>
            </p:seq>
          </p:childTnLst>
        </p:cTn>
      </p:par>
    </p:tnLst>
    <p:bldLst>
      <p:bldP spid="9" grpId="0"/>
      <p:bldP spid="1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3163AC-E90B-0962-9CC8-8EF9B02E9AAE}"/>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0FFBF4A5-6C07-4739-A229-175C1B14A1B2}"/>
              </a:ext>
            </a:extLst>
          </p:cNvPr>
          <p:cNvSpPr>
            <a:spLocks noGrp="1"/>
          </p:cNvSpPr>
          <p:nvPr>
            <p:ph type="dt" sz="half" idx="10"/>
          </p:nvPr>
        </p:nvSpPr>
        <p:spPr/>
        <p:txBody>
          <a:bodyPr/>
          <a:lstStyle/>
          <a:p>
            <a:r>
              <a:rPr lang="en-GB" dirty="0"/>
              <a:t>25/03/26</a:t>
            </a:r>
            <a:endParaRPr lang="en-US" dirty="0"/>
          </a:p>
        </p:txBody>
      </p:sp>
      <p:sp>
        <p:nvSpPr>
          <p:cNvPr id="5" name="Footer Placeholder 4">
            <a:extLst>
              <a:ext uri="{FF2B5EF4-FFF2-40B4-BE49-F238E27FC236}">
                <a16:creationId xmlns:a16="http://schemas.microsoft.com/office/drawing/2014/main" id="{848086CA-0EC2-F360-A9D2-5A7F554FF924}"/>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12E4495A-F724-97F4-9460-163BE82394B1}"/>
              </a:ext>
            </a:extLst>
          </p:cNvPr>
          <p:cNvSpPr>
            <a:spLocks noGrp="1"/>
          </p:cNvSpPr>
          <p:nvPr>
            <p:ph type="sldNum" sz="quarter" idx="12"/>
          </p:nvPr>
        </p:nvSpPr>
        <p:spPr/>
        <p:txBody>
          <a:bodyPr/>
          <a:lstStyle/>
          <a:p>
            <a:fld id="{CD8A0FDF-4F91-7341-808B-3919AC0D856E}" type="slidenum">
              <a:rPr lang="en-US" smtClean="0"/>
              <a:t>14</a:t>
            </a:fld>
            <a:endParaRPr lang="en-US" dirty="0"/>
          </a:p>
        </p:txBody>
      </p:sp>
      <p:sp>
        <p:nvSpPr>
          <p:cNvPr id="11" name="Title 1">
            <a:extLst>
              <a:ext uri="{FF2B5EF4-FFF2-40B4-BE49-F238E27FC236}">
                <a16:creationId xmlns:a16="http://schemas.microsoft.com/office/drawing/2014/main" id="{6DA37A7D-9EDB-A7DE-3174-0A92AB61A99D}"/>
              </a:ext>
            </a:extLst>
          </p:cNvPr>
          <p:cNvSpPr>
            <a:spLocks noGrp="1"/>
          </p:cNvSpPr>
          <p:nvPr>
            <p:ph type="title"/>
          </p:nvPr>
        </p:nvSpPr>
        <p:spPr>
          <a:xfrm>
            <a:off x="838200" y="-102961"/>
            <a:ext cx="10515600" cy="1325563"/>
          </a:xfrm>
        </p:spPr>
        <p:txBody>
          <a:bodyPr>
            <a:normAutofit/>
          </a:bodyPr>
          <a:lstStyle/>
          <a:p>
            <a:r>
              <a:rPr lang="en-US" sz="3200" dirty="0"/>
              <a:t>Poisson distribution</a:t>
            </a:r>
          </a:p>
        </p:txBody>
      </p:sp>
      <p:pic>
        <p:nvPicPr>
          <p:cNvPr id="8" name="Picture 7" descr="A close-up of a nutrition label&#10;&#10;AI-generated content may be incorrect.">
            <a:extLst>
              <a:ext uri="{FF2B5EF4-FFF2-40B4-BE49-F238E27FC236}">
                <a16:creationId xmlns:a16="http://schemas.microsoft.com/office/drawing/2014/main" id="{317A898D-952F-E335-DB13-7B637C91DFF8}"/>
              </a:ext>
            </a:extLst>
          </p:cNvPr>
          <p:cNvPicPr>
            <a:picLocks noChangeAspect="1"/>
          </p:cNvPicPr>
          <p:nvPr/>
        </p:nvPicPr>
        <p:blipFill>
          <a:blip r:embed="rId3"/>
          <a:stretch>
            <a:fillRect/>
          </a:stretch>
        </p:blipFill>
        <p:spPr>
          <a:xfrm>
            <a:off x="838200" y="2197259"/>
            <a:ext cx="5136120" cy="999515"/>
          </a:xfrm>
          <a:prstGeom prst="rect">
            <a:avLst/>
          </a:prstGeom>
        </p:spPr>
      </p:pic>
      <p:sp>
        <p:nvSpPr>
          <p:cNvPr id="10" name="TextBox 9">
            <a:extLst>
              <a:ext uri="{FF2B5EF4-FFF2-40B4-BE49-F238E27FC236}">
                <a16:creationId xmlns:a16="http://schemas.microsoft.com/office/drawing/2014/main" id="{9512A40E-793C-4594-CD8C-5944CCF1F50F}"/>
              </a:ext>
            </a:extLst>
          </p:cNvPr>
          <p:cNvSpPr txBox="1"/>
          <p:nvPr/>
        </p:nvSpPr>
        <p:spPr>
          <a:xfrm>
            <a:off x="1004495" y="3593992"/>
            <a:ext cx="5214588" cy="369332"/>
          </a:xfrm>
          <a:prstGeom prst="rect">
            <a:avLst/>
          </a:prstGeom>
          <a:noFill/>
        </p:spPr>
        <p:txBody>
          <a:bodyPr wrap="square">
            <a:spAutoFit/>
          </a:bodyPr>
          <a:lstStyle/>
          <a:p>
            <a:pPr marL="285750" indent="-285750">
              <a:buFont typeface="Arial" panose="020B0604020202020204" pitchFamily="34" charset="0"/>
              <a:buChar char="•"/>
            </a:pPr>
            <a:r>
              <a:rPr lang="en-US" dirty="0"/>
              <a:t>Oral health – dentition?</a:t>
            </a:r>
            <a:endParaRPr lang="en-US" sz="1800" dirty="0"/>
          </a:p>
        </p:txBody>
      </p:sp>
      <p:sp>
        <p:nvSpPr>
          <p:cNvPr id="12" name="TextBox 11">
            <a:extLst>
              <a:ext uri="{FF2B5EF4-FFF2-40B4-BE49-F238E27FC236}">
                <a16:creationId xmlns:a16="http://schemas.microsoft.com/office/drawing/2014/main" id="{B273B7E8-04D4-F9AB-58E0-BD29A67CCF2B}"/>
              </a:ext>
            </a:extLst>
          </p:cNvPr>
          <p:cNvSpPr txBox="1"/>
          <p:nvPr/>
        </p:nvSpPr>
        <p:spPr>
          <a:xfrm>
            <a:off x="847613" y="4190340"/>
            <a:ext cx="3190987" cy="646331"/>
          </a:xfrm>
          <a:prstGeom prst="rect">
            <a:avLst/>
          </a:prstGeom>
          <a:noFill/>
        </p:spPr>
        <p:txBody>
          <a:bodyPr wrap="square">
            <a:spAutoFit/>
          </a:bodyPr>
          <a:lstStyle/>
          <a:p>
            <a:r>
              <a:rPr lang="en-US" sz="1800" dirty="0"/>
              <a:t>Average number of carious teeth </a:t>
            </a:r>
          </a:p>
        </p:txBody>
      </p:sp>
      <p:sp>
        <p:nvSpPr>
          <p:cNvPr id="18" name="TextBox 17">
            <a:extLst>
              <a:ext uri="{FF2B5EF4-FFF2-40B4-BE49-F238E27FC236}">
                <a16:creationId xmlns:a16="http://schemas.microsoft.com/office/drawing/2014/main" id="{4473AA01-9BD2-E495-56DC-3BC4F8ADE12B}"/>
              </a:ext>
            </a:extLst>
          </p:cNvPr>
          <p:cNvSpPr txBox="1"/>
          <p:nvPr/>
        </p:nvSpPr>
        <p:spPr>
          <a:xfrm>
            <a:off x="3938239" y="4328839"/>
            <a:ext cx="1059954" cy="369332"/>
          </a:xfrm>
          <a:prstGeom prst="rect">
            <a:avLst/>
          </a:prstGeom>
          <a:solidFill>
            <a:schemeClr val="bg2"/>
          </a:solidFill>
        </p:spPr>
        <p:txBody>
          <a:bodyPr wrap="square">
            <a:spAutoFit/>
          </a:bodyPr>
          <a:lstStyle/>
          <a:p>
            <a:r>
              <a:rPr lang="el-GR" dirty="0"/>
              <a:t>λ</a:t>
            </a:r>
            <a:r>
              <a:rPr lang="en-GB" sz="1400" b="0" i="0" dirty="0">
                <a:effectLst/>
                <a:latin typeface="Menlo" panose="020B0609030804020204" pitchFamily="49" charset="0"/>
              </a:rPr>
              <a:t> = 0.43</a:t>
            </a:r>
            <a:endParaRPr lang="en-US" sz="1400" dirty="0"/>
          </a:p>
        </p:txBody>
      </p:sp>
      <p:sp>
        <p:nvSpPr>
          <p:cNvPr id="38" name="TextBox 37">
            <a:extLst>
              <a:ext uri="{FF2B5EF4-FFF2-40B4-BE49-F238E27FC236}">
                <a16:creationId xmlns:a16="http://schemas.microsoft.com/office/drawing/2014/main" id="{2B00F92E-A495-54BA-D517-3622E1B62E0C}"/>
              </a:ext>
            </a:extLst>
          </p:cNvPr>
          <p:cNvSpPr txBox="1"/>
          <p:nvPr/>
        </p:nvSpPr>
        <p:spPr>
          <a:xfrm>
            <a:off x="396018" y="1184742"/>
            <a:ext cx="3970539" cy="400110"/>
          </a:xfrm>
          <a:prstGeom prst="rect">
            <a:avLst/>
          </a:prstGeom>
          <a:noFill/>
        </p:spPr>
        <p:txBody>
          <a:bodyPr wrap="square">
            <a:spAutoFit/>
          </a:bodyPr>
          <a:lstStyle/>
          <a:p>
            <a:r>
              <a:rPr lang="en-US" sz="2000" u="sng" dirty="0"/>
              <a:t>Case study</a:t>
            </a:r>
          </a:p>
        </p:txBody>
      </p:sp>
      <p:pic>
        <p:nvPicPr>
          <p:cNvPr id="3" name="Picture 2">
            <a:extLst>
              <a:ext uri="{FF2B5EF4-FFF2-40B4-BE49-F238E27FC236}">
                <a16:creationId xmlns:a16="http://schemas.microsoft.com/office/drawing/2014/main" id="{E49CE8CE-16CE-600A-E1E9-1E005F7F4918}"/>
              </a:ext>
            </a:extLst>
          </p:cNvPr>
          <p:cNvPicPr>
            <a:picLocks noChangeAspect="1"/>
          </p:cNvPicPr>
          <p:nvPr/>
        </p:nvPicPr>
        <p:blipFill>
          <a:blip r:embed="rId4"/>
          <a:stretch>
            <a:fillRect/>
          </a:stretch>
        </p:blipFill>
        <p:spPr>
          <a:xfrm>
            <a:off x="6984716" y="2197259"/>
            <a:ext cx="4649986" cy="3302164"/>
          </a:xfrm>
          <a:prstGeom prst="rect">
            <a:avLst/>
          </a:prstGeom>
        </p:spPr>
      </p:pic>
      <p:sp>
        <p:nvSpPr>
          <p:cNvPr id="9" name="TextBox 8">
            <a:extLst>
              <a:ext uri="{FF2B5EF4-FFF2-40B4-BE49-F238E27FC236}">
                <a16:creationId xmlns:a16="http://schemas.microsoft.com/office/drawing/2014/main" id="{1B4C0563-30C1-34CE-523B-DFC361EE606B}"/>
              </a:ext>
            </a:extLst>
          </p:cNvPr>
          <p:cNvSpPr txBox="1"/>
          <p:nvPr/>
        </p:nvSpPr>
        <p:spPr>
          <a:xfrm>
            <a:off x="8153400" y="1719174"/>
            <a:ext cx="2837155"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 # active/untreated caries </a:t>
            </a:r>
          </a:p>
        </p:txBody>
      </p:sp>
      <p:cxnSp>
        <p:nvCxnSpPr>
          <p:cNvPr id="13" name="Straight Arrow Connector 12">
            <a:extLst>
              <a:ext uri="{FF2B5EF4-FFF2-40B4-BE49-F238E27FC236}">
                <a16:creationId xmlns:a16="http://schemas.microsoft.com/office/drawing/2014/main" id="{C361B43B-FEBD-0CA8-2606-80C0940D1CA6}"/>
              </a:ext>
            </a:extLst>
          </p:cNvPr>
          <p:cNvCxnSpPr>
            <a:cxnSpLocks/>
          </p:cNvCxnSpPr>
          <p:nvPr/>
        </p:nvCxnSpPr>
        <p:spPr>
          <a:xfrm>
            <a:off x="6053851" y="2442044"/>
            <a:ext cx="930865"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7" name="TextBox 6">
            <a:extLst>
              <a:ext uri="{FF2B5EF4-FFF2-40B4-BE49-F238E27FC236}">
                <a16:creationId xmlns:a16="http://schemas.microsoft.com/office/drawing/2014/main" id="{39017882-A730-2C16-5948-83A98C9B9F2B}"/>
              </a:ext>
            </a:extLst>
          </p:cNvPr>
          <p:cNvSpPr txBox="1"/>
          <p:nvPr/>
        </p:nvSpPr>
        <p:spPr>
          <a:xfrm>
            <a:off x="838143" y="5370432"/>
            <a:ext cx="6098582" cy="646331"/>
          </a:xfrm>
          <a:prstGeom prst="rect">
            <a:avLst/>
          </a:prstGeom>
          <a:noFill/>
        </p:spPr>
        <p:txBody>
          <a:bodyPr wrap="square">
            <a:spAutoFit/>
          </a:bodyPr>
          <a:lstStyle/>
          <a:p>
            <a:r>
              <a:rPr lang="en-US" b="1" dirty="0"/>
              <a:t>Not really a Poisson – limited # of teeth, different people have different </a:t>
            </a:r>
            <a:r>
              <a:rPr lang="el-GR" b="1" dirty="0"/>
              <a:t>λ</a:t>
            </a:r>
            <a:r>
              <a:rPr lang="es-ES" b="1" baseline="-25000" dirty="0"/>
              <a:t>i </a:t>
            </a:r>
            <a:r>
              <a:rPr lang="es-ES" b="1" dirty="0"/>
              <a:t>(</a:t>
            </a:r>
            <a:r>
              <a:rPr lang="es-ES" b="1" dirty="0" err="1"/>
              <a:t>not</a:t>
            </a:r>
            <a:r>
              <a:rPr lang="es-ES" b="1" dirty="0"/>
              <a:t> </a:t>
            </a:r>
            <a:r>
              <a:rPr lang="es-ES" b="1" dirty="0" err="1"/>
              <a:t>really</a:t>
            </a:r>
            <a:r>
              <a:rPr lang="es-ES" b="1" dirty="0"/>
              <a:t> </a:t>
            </a:r>
            <a:r>
              <a:rPr lang="es-ES" b="1" dirty="0" err="1"/>
              <a:t>measuring</a:t>
            </a:r>
            <a:r>
              <a:rPr lang="es-ES" b="1" dirty="0"/>
              <a:t> </a:t>
            </a:r>
            <a:r>
              <a:rPr lang="es-ES" b="1" dirty="0" err="1"/>
              <a:t>an</a:t>
            </a:r>
            <a:r>
              <a:rPr lang="es-ES" b="1" dirty="0"/>
              <a:t> </a:t>
            </a:r>
            <a:r>
              <a:rPr lang="es-ES" b="1" dirty="0" err="1"/>
              <a:t>external</a:t>
            </a:r>
            <a:r>
              <a:rPr lang="es-ES" b="1" dirty="0"/>
              <a:t> </a:t>
            </a:r>
            <a:r>
              <a:rPr lang="es-ES" b="1" dirty="0" err="1"/>
              <a:t>event</a:t>
            </a:r>
            <a:r>
              <a:rPr lang="es-ES" b="1" dirty="0"/>
              <a:t>)</a:t>
            </a:r>
            <a:endParaRPr lang="en-US" sz="1800" b="1" dirty="0"/>
          </a:p>
        </p:txBody>
      </p:sp>
    </p:spTree>
    <p:extLst>
      <p:ext uri="{BB962C8B-B14F-4D97-AF65-F5344CB8AC3E}">
        <p14:creationId xmlns:p14="http://schemas.microsoft.com/office/powerpoint/2010/main" val="2747296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8" grpId="0" animBg="1"/>
      <p:bldP spid="9" grpId="0" animBg="1"/>
      <p:bldP spid="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C5F1A-6119-54F8-7A7B-52FDEE29BB53}"/>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BA317ACA-9330-60B3-F182-57E68F1B8123}"/>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EA6A485D-1277-D766-2A74-6D468F7594E7}"/>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4F5D780C-4BA7-161A-2562-CF96C7A14ADD}"/>
              </a:ext>
            </a:extLst>
          </p:cNvPr>
          <p:cNvSpPr>
            <a:spLocks noGrp="1"/>
          </p:cNvSpPr>
          <p:nvPr>
            <p:ph type="sldNum" sz="quarter" idx="12"/>
          </p:nvPr>
        </p:nvSpPr>
        <p:spPr/>
        <p:txBody>
          <a:bodyPr/>
          <a:lstStyle/>
          <a:p>
            <a:fld id="{CD8A0FDF-4F91-7341-808B-3919AC0D856E}" type="slidenum">
              <a:rPr lang="en-US" smtClean="0"/>
              <a:t>15</a:t>
            </a:fld>
            <a:endParaRPr lang="en-US" dirty="0"/>
          </a:p>
        </p:txBody>
      </p:sp>
      <p:sp>
        <p:nvSpPr>
          <p:cNvPr id="11" name="Title 1">
            <a:extLst>
              <a:ext uri="{FF2B5EF4-FFF2-40B4-BE49-F238E27FC236}">
                <a16:creationId xmlns:a16="http://schemas.microsoft.com/office/drawing/2014/main" id="{3E1603EE-19AA-836B-130D-1BC6C4BE8D91}"/>
              </a:ext>
            </a:extLst>
          </p:cNvPr>
          <p:cNvSpPr>
            <a:spLocks noGrp="1"/>
          </p:cNvSpPr>
          <p:nvPr>
            <p:ph type="title"/>
          </p:nvPr>
        </p:nvSpPr>
        <p:spPr>
          <a:xfrm>
            <a:off x="838200" y="-102961"/>
            <a:ext cx="10515600" cy="1325563"/>
          </a:xfrm>
        </p:spPr>
        <p:txBody>
          <a:bodyPr>
            <a:normAutofit/>
          </a:bodyPr>
          <a:lstStyle/>
          <a:p>
            <a:r>
              <a:rPr lang="en-US" sz="3200" dirty="0"/>
              <a:t>Poisson distribution</a:t>
            </a:r>
          </a:p>
        </p:txBody>
      </p:sp>
      <p:sp>
        <p:nvSpPr>
          <p:cNvPr id="38" name="TextBox 37">
            <a:extLst>
              <a:ext uri="{FF2B5EF4-FFF2-40B4-BE49-F238E27FC236}">
                <a16:creationId xmlns:a16="http://schemas.microsoft.com/office/drawing/2014/main" id="{65BDB9A4-A69F-CE8A-E046-AA6E534BBFC0}"/>
              </a:ext>
            </a:extLst>
          </p:cNvPr>
          <p:cNvSpPr txBox="1"/>
          <p:nvPr/>
        </p:nvSpPr>
        <p:spPr>
          <a:xfrm>
            <a:off x="396019" y="1184742"/>
            <a:ext cx="1480622" cy="400110"/>
          </a:xfrm>
          <a:prstGeom prst="rect">
            <a:avLst/>
          </a:prstGeom>
          <a:noFill/>
        </p:spPr>
        <p:txBody>
          <a:bodyPr wrap="square">
            <a:spAutoFit/>
          </a:bodyPr>
          <a:lstStyle/>
          <a:p>
            <a:r>
              <a:rPr lang="en-US" sz="2000" u="sng" dirty="0"/>
              <a:t>Case study</a:t>
            </a:r>
          </a:p>
        </p:txBody>
      </p:sp>
      <p:sp>
        <p:nvSpPr>
          <p:cNvPr id="17" name="TextBox 16">
            <a:extLst>
              <a:ext uri="{FF2B5EF4-FFF2-40B4-BE49-F238E27FC236}">
                <a16:creationId xmlns:a16="http://schemas.microsoft.com/office/drawing/2014/main" id="{7A36AC1D-C398-D7CA-842C-DEDB7F5F4735}"/>
              </a:ext>
            </a:extLst>
          </p:cNvPr>
          <p:cNvSpPr txBox="1"/>
          <p:nvPr/>
        </p:nvSpPr>
        <p:spPr>
          <a:xfrm>
            <a:off x="751007" y="2635313"/>
            <a:ext cx="3559969" cy="369332"/>
          </a:xfrm>
          <a:prstGeom prst="rect">
            <a:avLst/>
          </a:prstGeom>
          <a:noFill/>
        </p:spPr>
        <p:txBody>
          <a:bodyPr wrap="square">
            <a:spAutoFit/>
          </a:bodyPr>
          <a:lstStyle/>
          <a:p>
            <a:r>
              <a:rPr lang="en-US" dirty="0"/>
              <a:t>Construct </a:t>
            </a:r>
            <a:r>
              <a:rPr lang="en-US" dirty="0" err="1"/>
              <a:t>pmf</a:t>
            </a:r>
            <a:r>
              <a:rPr lang="en-US" dirty="0"/>
              <a:t> from </a:t>
            </a:r>
            <a:r>
              <a:rPr lang="el-GR" dirty="0"/>
              <a:t>λ</a:t>
            </a:r>
            <a:r>
              <a:rPr lang="en-US" dirty="0"/>
              <a:t> </a:t>
            </a:r>
          </a:p>
        </p:txBody>
      </p:sp>
      <p:sp>
        <p:nvSpPr>
          <p:cNvPr id="21" name="TextBox 20">
            <a:extLst>
              <a:ext uri="{FF2B5EF4-FFF2-40B4-BE49-F238E27FC236}">
                <a16:creationId xmlns:a16="http://schemas.microsoft.com/office/drawing/2014/main" id="{6C56FD15-E031-8A02-FA5C-66D0BD1B7217}"/>
              </a:ext>
            </a:extLst>
          </p:cNvPr>
          <p:cNvSpPr txBox="1"/>
          <p:nvPr/>
        </p:nvSpPr>
        <p:spPr>
          <a:xfrm>
            <a:off x="1998246" y="1238908"/>
            <a:ext cx="1480622"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math.factorial</a:t>
            </a:r>
            <a:endParaRPr lang="en-US" sz="1200" dirty="0"/>
          </a:p>
        </p:txBody>
      </p:sp>
      <p:sp>
        <p:nvSpPr>
          <p:cNvPr id="22" name="TextBox 21">
            <a:extLst>
              <a:ext uri="{FF2B5EF4-FFF2-40B4-BE49-F238E27FC236}">
                <a16:creationId xmlns:a16="http://schemas.microsoft.com/office/drawing/2014/main" id="{DCF17A88-2990-8A91-A152-538511B3EFE4}"/>
              </a:ext>
            </a:extLst>
          </p:cNvPr>
          <p:cNvSpPr txBox="1"/>
          <p:nvPr/>
        </p:nvSpPr>
        <p:spPr>
          <a:xfrm>
            <a:off x="3722077" y="1242310"/>
            <a:ext cx="1757269"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matplotlib.pyplot</a:t>
            </a:r>
            <a:endParaRPr lang="en-US" sz="1200" dirty="0"/>
          </a:p>
        </p:txBody>
      </p:sp>
      <p:pic>
        <p:nvPicPr>
          <p:cNvPr id="12" name="Picture 11" descr="A computer code on a black background&#10;&#10;AI-generated content may be incorrect.">
            <a:extLst>
              <a:ext uri="{FF2B5EF4-FFF2-40B4-BE49-F238E27FC236}">
                <a16:creationId xmlns:a16="http://schemas.microsoft.com/office/drawing/2014/main" id="{BD8AFAD1-AE1D-1CC3-119D-03F1A35F1072}"/>
              </a:ext>
            </a:extLst>
          </p:cNvPr>
          <p:cNvPicPr>
            <a:picLocks noChangeAspect="1"/>
          </p:cNvPicPr>
          <p:nvPr/>
        </p:nvPicPr>
        <p:blipFill>
          <a:blip r:embed="rId3"/>
          <a:stretch>
            <a:fillRect/>
          </a:stretch>
        </p:blipFill>
        <p:spPr>
          <a:xfrm>
            <a:off x="751007" y="3093045"/>
            <a:ext cx="3755736" cy="1682765"/>
          </a:xfrm>
          <a:prstGeom prst="rect">
            <a:avLst/>
          </a:prstGeom>
        </p:spPr>
      </p:pic>
      <p:pic>
        <p:nvPicPr>
          <p:cNvPr id="13" name="Picture 12">
            <a:extLst>
              <a:ext uri="{FF2B5EF4-FFF2-40B4-BE49-F238E27FC236}">
                <a16:creationId xmlns:a16="http://schemas.microsoft.com/office/drawing/2014/main" id="{DF56F3E6-1802-F611-150B-2D0B59C9EBEF}"/>
              </a:ext>
            </a:extLst>
          </p:cNvPr>
          <p:cNvPicPr>
            <a:picLocks noChangeAspect="1"/>
          </p:cNvPicPr>
          <p:nvPr/>
        </p:nvPicPr>
        <p:blipFill>
          <a:blip r:embed="rId4"/>
          <a:stretch>
            <a:fillRect/>
          </a:stretch>
        </p:blipFill>
        <p:spPr>
          <a:xfrm>
            <a:off x="6984716" y="2197259"/>
            <a:ext cx="4649986" cy="3302164"/>
          </a:xfrm>
          <a:prstGeom prst="rect">
            <a:avLst/>
          </a:prstGeom>
        </p:spPr>
      </p:pic>
      <p:sp>
        <p:nvSpPr>
          <p:cNvPr id="14" name="TextBox 13">
            <a:extLst>
              <a:ext uri="{FF2B5EF4-FFF2-40B4-BE49-F238E27FC236}">
                <a16:creationId xmlns:a16="http://schemas.microsoft.com/office/drawing/2014/main" id="{CA67EB27-DEC7-978A-D0F0-3083823C6310}"/>
              </a:ext>
            </a:extLst>
          </p:cNvPr>
          <p:cNvSpPr txBox="1"/>
          <p:nvPr/>
        </p:nvSpPr>
        <p:spPr>
          <a:xfrm>
            <a:off x="8153400" y="1719174"/>
            <a:ext cx="2837155"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 # active/untreated caries </a:t>
            </a:r>
          </a:p>
        </p:txBody>
      </p:sp>
    </p:spTree>
    <p:extLst>
      <p:ext uri="{BB962C8B-B14F-4D97-AF65-F5344CB8AC3E}">
        <p14:creationId xmlns:p14="http://schemas.microsoft.com/office/powerpoint/2010/main" val="3860716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1" grpId="0" animBg="1"/>
      <p:bldP spid="2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AB6C3-BA45-7ABB-ED33-55A5AE67A951}"/>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67B570D4-C004-1157-AB02-29931B66312D}"/>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38E68899-1151-B025-E505-1F73164E7B5D}"/>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551736C7-74FF-225E-9B53-93F33F57484D}"/>
              </a:ext>
            </a:extLst>
          </p:cNvPr>
          <p:cNvSpPr>
            <a:spLocks noGrp="1"/>
          </p:cNvSpPr>
          <p:nvPr>
            <p:ph type="sldNum" sz="quarter" idx="12"/>
          </p:nvPr>
        </p:nvSpPr>
        <p:spPr/>
        <p:txBody>
          <a:bodyPr/>
          <a:lstStyle/>
          <a:p>
            <a:fld id="{CD8A0FDF-4F91-7341-808B-3919AC0D856E}" type="slidenum">
              <a:rPr lang="en-US" smtClean="0"/>
              <a:t>16</a:t>
            </a:fld>
            <a:endParaRPr lang="en-US"/>
          </a:p>
        </p:txBody>
      </p:sp>
      <p:sp>
        <p:nvSpPr>
          <p:cNvPr id="11" name="Title 1">
            <a:extLst>
              <a:ext uri="{FF2B5EF4-FFF2-40B4-BE49-F238E27FC236}">
                <a16:creationId xmlns:a16="http://schemas.microsoft.com/office/drawing/2014/main" id="{9D3C6D0D-2BED-D91E-9A39-E9DF3AE66282}"/>
              </a:ext>
            </a:extLst>
          </p:cNvPr>
          <p:cNvSpPr>
            <a:spLocks noGrp="1"/>
          </p:cNvSpPr>
          <p:nvPr>
            <p:ph type="title"/>
          </p:nvPr>
        </p:nvSpPr>
        <p:spPr>
          <a:xfrm>
            <a:off x="838200" y="-102961"/>
            <a:ext cx="10515600" cy="1325563"/>
          </a:xfrm>
        </p:spPr>
        <p:txBody>
          <a:bodyPr>
            <a:normAutofit/>
          </a:bodyPr>
          <a:lstStyle/>
          <a:p>
            <a:r>
              <a:rPr lang="en-US" sz="3200" dirty="0"/>
              <a:t>Uniform distribution</a:t>
            </a:r>
          </a:p>
        </p:txBody>
      </p:sp>
      <p:sp>
        <p:nvSpPr>
          <p:cNvPr id="7" name="TextBox 6">
            <a:extLst>
              <a:ext uri="{FF2B5EF4-FFF2-40B4-BE49-F238E27FC236}">
                <a16:creationId xmlns:a16="http://schemas.microsoft.com/office/drawing/2014/main" id="{0E61D9BF-C29E-2AEC-042E-891B8873E7ED}"/>
              </a:ext>
            </a:extLst>
          </p:cNvPr>
          <p:cNvSpPr txBox="1"/>
          <p:nvPr/>
        </p:nvSpPr>
        <p:spPr>
          <a:xfrm>
            <a:off x="990611" y="1140116"/>
            <a:ext cx="8991589" cy="400110"/>
          </a:xfrm>
          <a:prstGeom prst="rect">
            <a:avLst/>
          </a:prstGeom>
          <a:noFill/>
        </p:spPr>
        <p:txBody>
          <a:bodyPr wrap="square">
            <a:spAutoFit/>
          </a:bodyPr>
          <a:lstStyle/>
          <a:p>
            <a:pPr marL="342900" indent="-342900">
              <a:buFont typeface="Arial" panose="020B0604020202020204" pitchFamily="34" charset="0"/>
              <a:buChar char="•"/>
            </a:pPr>
            <a:r>
              <a:rPr lang="es-ES" sz="2000" dirty="0" err="1"/>
              <a:t>Constant</a:t>
            </a:r>
            <a:r>
              <a:rPr lang="es-ES" sz="2000" dirty="0"/>
              <a:t> </a:t>
            </a:r>
            <a:r>
              <a:rPr lang="es-ES" sz="2000" dirty="0" err="1"/>
              <a:t>probability</a:t>
            </a:r>
            <a:r>
              <a:rPr lang="es-ES" sz="2000" dirty="0"/>
              <a:t> </a:t>
            </a:r>
            <a:r>
              <a:rPr lang="es-ES" sz="2000" dirty="0" err="1"/>
              <a:t>density</a:t>
            </a:r>
            <a:r>
              <a:rPr lang="es-ES" sz="2000" dirty="0"/>
              <a:t> in a </a:t>
            </a:r>
            <a:r>
              <a:rPr lang="es-ES" sz="2000" dirty="0" err="1"/>
              <a:t>given</a:t>
            </a:r>
            <a:r>
              <a:rPr lang="es-ES" sz="2000" dirty="0"/>
              <a:t> </a:t>
            </a:r>
            <a:r>
              <a:rPr lang="es-ES" sz="2000" dirty="0" err="1"/>
              <a:t>range</a:t>
            </a:r>
            <a:endParaRPr lang="en-US" sz="2000" dirty="0"/>
          </a:p>
        </p:txBody>
      </p:sp>
      <p:sp>
        <p:nvSpPr>
          <p:cNvPr id="10" name="TextBox 9">
            <a:extLst>
              <a:ext uri="{FF2B5EF4-FFF2-40B4-BE49-F238E27FC236}">
                <a16:creationId xmlns:a16="http://schemas.microsoft.com/office/drawing/2014/main" id="{B1CA8718-DCA5-922E-019F-FE0D7F906229}"/>
              </a:ext>
            </a:extLst>
          </p:cNvPr>
          <p:cNvSpPr txBox="1"/>
          <p:nvPr/>
        </p:nvSpPr>
        <p:spPr>
          <a:xfrm>
            <a:off x="990611" y="4702221"/>
            <a:ext cx="3453493" cy="1015663"/>
          </a:xfrm>
          <a:prstGeom prst="rect">
            <a:avLst/>
          </a:prstGeom>
          <a:noFill/>
        </p:spPr>
        <p:txBody>
          <a:bodyPr wrap="square">
            <a:spAutoFit/>
          </a:bodyPr>
          <a:lstStyle/>
          <a:p>
            <a:r>
              <a:rPr lang="en-US" sz="2000" dirty="0"/>
              <a:t>Examples: </a:t>
            </a:r>
          </a:p>
          <a:p>
            <a:pPr marL="285750" indent="-285750">
              <a:buFont typeface="Arial" panose="020B0604020202020204" pitchFamily="34" charset="0"/>
              <a:buChar char="•"/>
            </a:pPr>
            <a:r>
              <a:rPr lang="en-US" sz="2000" dirty="0"/>
              <a:t>Phase of a wave</a:t>
            </a:r>
          </a:p>
          <a:p>
            <a:pPr marL="285750" indent="-285750">
              <a:buFont typeface="Arial" panose="020B0604020202020204" pitchFamily="34" charset="0"/>
              <a:buChar char="•"/>
            </a:pPr>
            <a:r>
              <a:rPr lang="en-US" sz="2000" dirty="0"/>
              <a:t>Particle position in a box</a:t>
            </a:r>
          </a:p>
        </p:txBody>
      </p:sp>
      <p:pic>
        <p:nvPicPr>
          <p:cNvPr id="14" name="Picture 13">
            <a:extLst>
              <a:ext uri="{FF2B5EF4-FFF2-40B4-BE49-F238E27FC236}">
                <a16:creationId xmlns:a16="http://schemas.microsoft.com/office/drawing/2014/main" id="{3881B25F-490C-D7EC-F422-ECE907D383E3}"/>
              </a:ext>
            </a:extLst>
          </p:cNvPr>
          <p:cNvPicPr>
            <a:picLocks noChangeAspect="1"/>
          </p:cNvPicPr>
          <p:nvPr/>
        </p:nvPicPr>
        <p:blipFill>
          <a:blip r:embed="rId3"/>
          <a:stretch>
            <a:fillRect/>
          </a:stretch>
        </p:blipFill>
        <p:spPr>
          <a:xfrm>
            <a:off x="7101405" y="1967878"/>
            <a:ext cx="4194098" cy="3338160"/>
          </a:xfrm>
          <a:prstGeom prst="rect">
            <a:avLst/>
          </a:prstGeom>
        </p:spPr>
      </p:pic>
      <p:sp>
        <p:nvSpPr>
          <p:cNvPr id="19" name="TextBox 18">
            <a:extLst>
              <a:ext uri="{FF2B5EF4-FFF2-40B4-BE49-F238E27FC236}">
                <a16:creationId xmlns:a16="http://schemas.microsoft.com/office/drawing/2014/main" id="{3FEBE2C6-152A-088B-36D9-ACA343424C13}"/>
              </a:ext>
            </a:extLst>
          </p:cNvPr>
          <p:cNvSpPr txBox="1"/>
          <p:nvPr/>
        </p:nvSpPr>
        <p:spPr>
          <a:xfrm>
            <a:off x="7726062" y="1170894"/>
            <a:ext cx="3219215"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x </a:t>
            </a:r>
            <a:r>
              <a:rPr lang="en-US" sz="1800" b="1" dirty="0"/>
              <a:t>position of particle in a box </a:t>
            </a:r>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02CFA01F-E233-C2C8-66FB-798C811C1E15}"/>
                  </a:ext>
                </a:extLst>
              </p:cNvPr>
              <p:cNvSpPr txBox="1"/>
              <p:nvPr/>
            </p:nvSpPr>
            <p:spPr>
              <a:xfrm>
                <a:off x="2416795" y="3823380"/>
                <a:ext cx="4121385" cy="6227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rPr>
                        <m:t>𝐹</m:t>
                      </m:r>
                      <m:d>
                        <m:dPr>
                          <m:ctrlPr>
                            <a:rPr lang="es-ES" b="0" i="1" smtClean="0">
                              <a:latin typeface="Cambria Math" panose="02040503050406030204" pitchFamily="18" charset="0"/>
                            </a:rPr>
                          </m:ctrlPr>
                        </m:dPr>
                        <m:e>
                          <m:r>
                            <a:rPr lang="es-ES" b="0" i="1" smtClean="0">
                              <a:latin typeface="Cambria Math" panose="02040503050406030204" pitchFamily="18" charset="0"/>
                            </a:rPr>
                            <m:t>0.2</m:t>
                          </m:r>
                          <m:r>
                            <a:rPr lang="es-ES" b="0" i="1" smtClean="0">
                              <a:latin typeface="Cambria Math" panose="02040503050406030204" pitchFamily="18" charset="0"/>
                              <a:ea typeface="Cambria Math" panose="02040503050406030204" pitchFamily="18" charset="0"/>
                            </a:rPr>
                            <m:t>&lt;</m:t>
                          </m:r>
                          <m:r>
                            <a:rPr lang="es-ES" b="0" i="1" smtClean="0">
                              <a:latin typeface="Cambria Math" panose="02040503050406030204" pitchFamily="18" charset="0"/>
                              <a:ea typeface="Cambria Math" panose="02040503050406030204" pitchFamily="18" charset="0"/>
                            </a:rPr>
                            <m:t>𝑥</m:t>
                          </m:r>
                          <m:r>
                            <a:rPr lang="es-ES" i="1">
                              <a:latin typeface="Cambria Math" panose="02040503050406030204" pitchFamily="18" charset="0"/>
                              <a:ea typeface="Cambria Math" panose="02040503050406030204" pitchFamily="18" charset="0"/>
                            </a:rPr>
                            <m:t>&lt;</m:t>
                          </m:r>
                          <m:r>
                            <a:rPr lang="es-ES" b="0" i="1" smtClean="0">
                              <a:latin typeface="Cambria Math" panose="02040503050406030204" pitchFamily="18" charset="0"/>
                              <a:ea typeface="Cambria Math" panose="02040503050406030204" pitchFamily="18" charset="0"/>
                            </a:rPr>
                            <m:t>0.4</m:t>
                          </m:r>
                        </m:e>
                      </m:d>
                      <m:r>
                        <a:rPr lang="es-ES" b="0" i="1" smtClean="0">
                          <a:latin typeface="Cambria Math" panose="02040503050406030204" pitchFamily="18" charset="0"/>
                          <a:ea typeface="Cambria Math" panose="02040503050406030204" pitchFamily="18" charset="0"/>
                        </a:rPr>
                        <m:t>= </m:t>
                      </m:r>
                      <m:nary>
                        <m:naryPr>
                          <m:ctrlPr>
                            <a:rPr lang="es-ES" b="0" i="1" smtClean="0">
                              <a:latin typeface="Cambria Math" panose="02040503050406030204" pitchFamily="18" charset="0"/>
                              <a:ea typeface="Cambria Math" panose="02040503050406030204" pitchFamily="18" charset="0"/>
                            </a:rPr>
                          </m:ctrlPr>
                        </m:naryPr>
                        <m:sub>
                          <m:r>
                            <m:rPr>
                              <m:brk m:alnAt="23"/>
                            </m:rPr>
                            <a:rPr lang="es-ES" b="0" i="1" smtClean="0">
                              <a:latin typeface="Cambria Math" panose="02040503050406030204" pitchFamily="18" charset="0"/>
                              <a:ea typeface="Cambria Math" panose="02040503050406030204" pitchFamily="18" charset="0"/>
                            </a:rPr>
                            <m:t>0</m:t>
                          </m:r>
                          <m:r>
                            <a:rPr lang="es-ES" b="0" i="1" smtClean="0">
                              <a:latin typeface="Cambria Math" panose="02040503050406030204" pitchFamily="18" charset="0"/>
                              <a:ea typeface="Cambria Math" panose="02040503050406030204" pitchFamily="18" charset="0"/>
                            </a:rPr>
                            <m:t>.2</m:t>
                          </m:r>
                        </m:sub>
                        <m:sup>
                          <m:r>
                            <a:rPr lang="es-ES" b="0" i="1" smtClean="0">
                              <a:latin typeface="Cambria Math" panose="02040503050406030204" pitchFamily="18" charset="0"/>
                              <a:ea typeface="Cambria Math" panose="02040503050406030204" pitchFamily="18" charset="0"/>
                            </a:rPr>
                            <m:t>0.4</m:t>
                          </m:r>
                        </m:sup>
                        <m:e>
                          <m:f>
                            <m:fPr>
                              <m:ctrlPr>
                                <a:rPr lang="es-ES" b="0" i="1" smtClean="0">
                                  <a:latin typeface="Cambria Math" panose="02040503050406030204" pitchFamily="18" charset="0"/>
                                  <a:ea typeface="Cambria Math" panose="02040503050406030204" pitchFamily="18" charset="0"/>
                                </a:rPr>
                              </m:ctrlPr>
                            </m:fPr>
                            <m:num>
                              <m:r>
                                <a:rPr lang="es-ES" b="0" i="1" smtClean="0">
                                  <a:latin typeface="Cambria Math" panose="02040503050406030204" pitchFamily="18" charset="0"/>
                                  <a:ea typeface="Cambria Math" panose="02040503050406030204" pitchFamily="18" charset="0"/>
                                </a:rPr>
                                <m:t>1</m:t>
                              </m:r>
                            </m:num>
                            <m:den>
                              <m:r>
                                <a:rPr lang="es-ES" b="0" i="1" smtClean="0">
                                  <a:latin typeface="Cambria Math" panose="02040503050406030204" pitchFamily="18" charset="0"/>
                                  <a:ea typeface="Cambria Math" panose="02040503050406030204" pitchFamily="18" charset="0"/>
                                </a:rPr>
                                <m:t>1−0</m:t>
                              </m:r>
                            </m:den>
                          </m:f>
                          <m:r>
                            <a:rPr lang="es-ES" b="0" i="1" smtClean="0">
                              <a:latin typeface="Cambria Math" panose="02040503050406030204" pitchFamily="18" charset="0"/>
                              <a:ea typeface="Cambria Math" panose="02040503050406030204" pitchFamily="18" charset="0"/>
                            </a:rPr>
                            <m:t>𝑑𝑥</m:t>
                          </m:r>
                        </m:e>
                      </m:nary>
                      <m:r>
                        <a:rPr lang="es-ES" b="0" i="1" smtClean="0">
                          <a:latin typeface="Cambria Math" panose="02040503050406030204" pitchFamily="18" charset="0"/>
                          <a:ea typeface="Cambria Math" panose="02040503050406030204" pitchFamily="18" charset="0"/>
                        </a:rPr>
                        <m:t>=0.2</m:t>
                      </m:r>
                    </m:oMath>
                  </m:oMathPara>
                </a14:m>
                <a:endParaRPr lang="en-US" dirty="0"/>
              </a:p>
            </p:txBody>
          </p:sp>
        </mc:Choice>
        <mc:Fallback>
          <p:sp>
            <p:nvSpPr>
              <p:cNvPr id="23" name="TextBox 22">
                <a:extLst>
                  <a:ext uri="{FF2B5EF4-FFF2-40B4-BE49-F238E27FC236}">
                    <a16:creationId xmlns:a16="http://schemas.microsoft.com/office/drawing/2014/main" id="{02CFA01F-E233-C2C8-66FB-798C811C1E15}"/>
                  </a:ext>
                </a:extLst>
              </p:cNvPr>
              <p:cNvSpPr txBox="1">
                <a:spLocks noRot="1" noChangeAspect="1" noMove="1" noResize="1" noEditPoints="1" noAdjustHandles="1" noChangeArrowheads="1" noChangeShapeType="1" noTextEdit="1"/>
              </p:cNvSpPr>
              <p:nvPr/>
            </p:nvSpPr>
            <p:spPr>
              <a:xfrm>
                <a:off x="2416795" y="3823380"/>
                <a:ext cx="4121385" cy="622799"/>
              </a:xfrm>
              <a:prstGeom prst="rect">
                <a:avLst/>
              </a:prstGeom>
              <a:blipFill>
                <a:blip r:embed="rId4"/>
                <a:stretch>
                  <a:fillRect t="-180000" b="-270000"/>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6C46EE77-5344-C298-1C89-AA2EC7AA7B12}"/>
              </a:ext>
            </a:extLst>
          </p:cNvPr>
          <p:cNvCxnSpPr>
            <a:cxnSpLocks/>
          </p:cNvCxnSpPr>
          <p:nvPr/>
        </p:nvCxnSpPr>
        <p:spPr>
          <a:xfrm flipV="1">
            <a:off x="8202827" y="1961584"/>
            <a:ext cx="0" cy="529076"/>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26" name="Straight Arrow Connector 25">
            <a:extLst>
              <a:ext uri="{FF2B5EF4-FFF2-40B4-BE49-F238E27FC236}">
                <a16:creationId xmlns:a16="http://schemas.microsoft.com/office/drawing/2014/main" id="{B19CD5C2-436E-E9E9-3BC5-4A85346E451C}"/>
              </a:ext>
            </a:extLst>
          </p:cNvPr>
          <p:cNvCxnSpPr>
            <a:cxnSpLocks/>
          </p:cNvCxnSpPr>
          <p:nvPr/>
        </p:nvCxnSpPr>
        <p:spPr>
          <a:xfrm flipV="1">
            <a:off x="10616987" y="1961584"/>
            <a:ext cx="0" cy="529076"/>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A764E04E-5C12-959B-83F2-B5D68FE06802}"/>
                  </a:ext>
                </a:extLst>
              </p:cNvPr>
              <p:cNvSpPr txBox="1"/>
              <p:nvPr/>
            </p:nvSpPr>
            <p:spPr>
              <a:xfrm>
                <a:off x="7726062" y="1643960"/>
                <a:ext cx="95353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ea typeface="Cambria Math" panose="02040503050406030204" pitchFamily="18" charset="0"/>
                        </a:rPr>
                        <m:t>𝑎</m:t>
                      </m:r>
                      <m:r>
                        <a:rPr lang="es-ES" b="0" i="1" smtClean="0">
                          <a:latin typeface="Cambria Math" panose="02040503050406030204" pitchFamily="18" charset="0"/>
                          <a:ea typeface="Cambria Math" panose="02040503050406030204" pitchFamily="18" charset="0"/>
                        </a:rPr>
                        <m:t>=0</m:t>
                      </m:r>
                    </m:oMath>
                  </m:oMathPara>
                </a14:m>
                <a:endParaRPr lang="en-US" dirty="0"/>
              </a:p>
            </p:txBody>
          </p:sp>
        </mc:Choice>
        <mc:Fallback xmlns="">
          <p:sp>
            <p:nvSpPr>
              <p:cNvPr id="28" name="TextBox 27">
                <a:extLst>
                  <a:ext uri="{FF2B5EF4-FFF2-40B4-BE49-F238E27FC236}">
                    <a16:creationId xmlns:a16="http://schemas.microsoft.com/office/drawing/2014/main" id="{A764E04E-5C12-959B-83F2-B5D68FE06802}"/>
                  </a:ext>
                </a:extLst>
              </p:cNvPr>
              <p:cNvSpPr txBox="1">
                <a:spLocks noRot="1" noChangeAspect="1" noMove="1" noResize="1" noEditPoints="1" noAdjustHandles="1" noChangeArrowheads="1" noChangeShapeType="1" noTextEdit="1"/>
              </p:cNvSpPr>
              <p:nvPr/>
            </p:nvSpPr>
            <p:spPr>
              <a:xfrm>
                <a:off x="7726062" y="1643960"/>
                <a:ext cx="95353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6A5094B-3286-C6D7-91B5-853B4C1E0F6D}"/>
                  </a:ext>
                </a:extLst>
              </p:cNvPr>
              <p:cNvSpPr txBox="1"/>
              <p:nvPr/>
            </p:nvSpPr>
            <p:spPr>
              <a:xfrm>
                <a:off x="10140222" y="1619850"/>
                <a:ext cx="95353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b="0" i="1" smtClean="0">
                          <a:latin typeface="Cambria Math" panose="02040503050406030204" pitchFamily="18" charset="0"/>
                          <a:ea typeface="Cambria Math" panose="02040503050406030204" pitchFamily="18" charset="0"/>
                        </a:rPr>
                        <m:t>𝑏</m:t>
                      </m:r>
                      <m:r>
                        <a:rPr lang="es-ES" b="0" i="1" smtClean="0">
                          <a:latin typeface="Cambria Math" panose="02040503050406030204" pitchFamily="18" charset="0"/>
                          <a:ea typeface="Cambria Math" panose="02040503050406030204" pitchFamily="18" charset="0"/>
                        </a:rPr>
                        <m:t>=1</m:t>
                      </m:r>
                    </m:oMath>
                  </m:oMathPara>
                </a14:m>
                <a:endParaRPr lang="en-US" dirty="0"/>
              </a:p>
            </p:txBody>
          </p:sp>
        </mc:Choice>
        <mc:Fallback xmlns="">
          <p:sp>
            <p:nvSpPr>
              <p:cNvPr id="29" name="TextBox 28">
                <a:extLst>
                  <a:ext uri="{FF2B5EF4-FFF2-40B4-BE49-F238E27FC236}">
                    <a16:creationId xmlns:a16="http://schemas.microsoft.com/office/drawing/2014/main" id="{96A5094B-3286-C6D7-91B5-853B4C1E0F6D}"/>
                  </a:ext>
                </a:extLst>
              </p:cNvPr>
              <p:cNvSpPr txBox="1">
                <a:spLocks noRot="1" noChangeAspect="1" noMove="1" noResize="1" noEditPoints="1" noAdjustHandles="1" noChangeArrowheads="1" noChangeShapeType="1" noTextEdit="1"/>
              </p:cNvSpPr>
              <p:nvPr/>
            </p:nvSpPr>
            <p:spPr>
              <a:xfrm>
                <a:off x="10140222" y="1619850"/>
                <a:ext cx="953530" cy="369332"/>
              </a:xfrm>
              <a:prstGeom prst="rect">
                <a:avLst/>
              </a:prstGeom>
              <a:blipFill>
                <a:blip r:embed="rId8"/>
                <a:stretch>
                  <a:fillRect/>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9C376968-CFFE-5EAE-86D9-18AC257FD72C}"/>
              </a:ext>
            </a:extLst>
          </p:cNvPr>
          <p:cNvSpPr/>
          <p:nvPr/>
        </p:nvSpPr>
        <p:spPr>
          <a:xfrm>
            <a:off x="8702893" y="2515068"/>
            <a:ext cx="445932" cy="1928404"/>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AE3F4403-D65A-5A27-FA30-DB72C0DD59ED}"/>
              </a:ext>
            </a:extLst>
          </p:cNvPr>
          <p:cNvCxnSpPr>
            <a:cxnSpLocks/>
          </p:cNvCxnSpPr>
          <p:nvPr/>
        </p:nvCxnSpPr>
        <p:spPr>
          <a:xfrm flipH="1">
            <a:off x="6610865" y="4134780"/>
            <a:ext cx="2181198"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pic>
        <p:nvPicPr>
          <p:cNvPr id="9" name="Picture 8" descr="A black and white math equation&#10;&#10;AI-generated content may be incorrect.">
            <a:extLst>
              <a:ext uri="{FF2B5EF4-FFF2-40B4-BE49-F238E27FC236}">
                <a16:creationId xmlns:a16="http://schemas.microsoft.com/office/drawing/2014/main" id="{767B816A-9A38-2168-20FF-2BDACC75993D}"/>
              </a:ext>
            </a:extLst>
          </p:cNvPr>
          <p:cNvPicPr>
            <a:picLocks noChangeAspect="1"/>
          </p:cNvPicPr>
          <p:nvPr/>
        </p:nvPicPr>
        <p:blipFill>
          <a:blip r:embed="rId9"/>
          <a:stretch>
            <a:fillRect/>
          </a:stretch>
        </p:blipFill>
        <p:spPr>
          <a:xfrm>
            <a:off x="2471630" y="2032000"/>
            <a:ext cx="3175000" cy="1397000"/>
          </a:xfrm>
          <a:prstGeom prst="rect">
            <a:avLst/>
          </a:prstGeom>
        </p:spPr>
      </p:pic>
    </p:spTree>
    <p:extLst>
      <p:ext uri="{BB962C8B-B14F-4D97-AF65-F5344CB8AC3E}">
        <p14:creationId xmlns:p14="http://schemas.microsoft.com/office/powerpoint/2010/main" val="4021637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9" grpId="0" animBg="1"/>
      <p:bldP spid="23" grpId="0"/>
      <p:bldP spid="28" grpId="0"/>
      <p:bldP spid="29" grpId="0"/>
      <p:bldP spid="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1FD36-001A-31F6-0949-958D50F954F8}"/>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0CF2D3C3-C44E-4794-AA0C-2D8535D440F8}"/>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FB94D500-8DD2-EAAC-A3FE-2049D4556013}"/>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54059D95-C049-D88C-3339-31F5D71674B7}"/>
              </a:ext>
            </a:extLst>
          </p:cNvPr>
          <p:cNvSpPr>
            <a:spLocks noGrp="1"/>
          </p:cNvSpPr>
          <p:nvPr>
            <p:ph type="sldNum" sz="quarter" idx="12"/>
          </p:nvPr>
        </p:nvSpPr>
        <p:spPr/>
        <p:txBody>
          <a:bodyPr/>
          <a:lstStyle/>
          <a:p>
            <a:fld id="{CD8A0FDF-4F91-7341-808B-3919AC0D856E}" type="slidenum">
              <a:rPr lang="en-US" smtClean="0"/>
              <a:t>17</a:t>
            </a:fld>
            <a:endParaRPr lang="en-US"/>
          </a:p>
        </p:txBody>
      </p:sp>
      <p:sp>
        <p:nvSpPr>
          <p:cNvPr id="11" name="Title 1">
            <a:extLst>
              <a:ext uri="{FF2B5EF4-FFF2-40B4-BE49-F238E27FC236}">
                <a16:creationId xmlns:a16="http://schemas.microsoft.com/office/drawing/2014/main" id="{B8E23A19-172B-727F-0323-0FF17693965F}"/>
              </a:ext>
            </a:extLst>
          </p:cNvPr>
          <p:cNvSpPr>
            <a:spLocks noGrp="1"/>
          </p:cNvSpPr>
          <p:nvPr>
            <p:ph type="title"/>
          </p:nvPr>
        </p:nvSpPr>
        <p:spPr>
          <a:xfrm>
            <a:off x="838200" y="-102961"/>
            <a:ext cx="10515600" cy="1325563"/>
          </a:xfrm>
        </p:spPr>
        <p:txBody>
          <a:bodyPr>
            <a:normAutofit/>
          </a:bodyPr>
          <a:lstStyle/>
          <a:p>
            <a:r>
              <a:rPr lang="en-US" sz="3200" dirty="0"/>
              <a:t>Gaussian distribution</a:t>
            </a:r>
          </a:p>
        </p:txBody>
      </p:sp>
      <p:sp>
        <p:nvSpPr>
          <p:cNvPr id="7" name="TextBox 6">
            <a:extLst>
              <a:ext uri="{FF2B5EF4-FFF2-40B4-BE49-F238E27FC236}">
                <a16:creationId xmlns:a16="http://schemas.microsoft.com/office/drawing/2014/main" id="{5FC4BD86-C654-8D77-8B29-C77C0E343D69}"/>
              </a:ext>
            </a:extLst>
          </p:cNvPr>
          <p:cNvSpPr txBox="1"/>
          <p:nvPr/>
        </p:nvSpPr>
        <p:spPr>
          <a:xfrm>
            <a:off x="990611" y="1449441"/>
            <a:ext cx="9908048" cy="400110"/>
          </a:xfrm>
          <a:prstGeom prst="rect">
            <a:avLst/>
          </a:prstGeom>
          <a:noFill/>
        </p:spPr>
        <p:txBody>
          <a:bodyPr wrap="square">
            <a:spAutoFit/>
          </a:bodyPr>
          <a:lstStyle/>
          <a:p>
            <a:pPr marL="342900" indent="-342900">
              <a:buFont typeface="Arial" panose="020B0604020202020204" pitchFamily="34" charset="0"/>
              <a:buChar char="•"/>
            </a:pPr>
            <a:r>
              <a:rPr lang="en-US" sz="2000" dirty="0"/>
              <a:t>Continuous variables that result from many small independent random influences</a:t>
            </a:r>
          </a:p>
        </p:txBody>
      </p:sp>
      <p:sp>
        <p:nvSpPr>
          <p:cNvPr id="10" name="TextBox 9">
            <a:extLst>
              <a:ext uri="{FF2B5EF4-FFF2-40B4-BE49-F238E27FC236}">
                <a16:creationId xmlns:a16="http://schemas.microsoft.com/office/drawing/2014/main" id="{6AA2590C-6D0E-E27A-7B26-B1BAB965B040}"/>
              </a:ext>
            </a:extLst>
          </p:cNvPr>
          <p:cNvSpPr txBox="1"/>
          <p:nvPr/>
        </p:nvSpPr>
        <p:spPr>
          <a:xfrm>
            <a:off x="990611" y="1953281"/>
            <a:ext cx="3865594" cy="1323439"/>
          </a:xfrm>
          <a:prstGeom prst="rect">
            <a:avLst/>
          </a:prstGeom>
          <a:noFill/>
        </p:spPr>
        <p:txBody>
          <a:bodyPr wrap="square">
            <a:spAutoFit/>
          </a:bodyPr>
          <a:lstStyle/>
          <a:p>
            <a:r>
              <a:rPr lang="en-US" sz="2000" dirty="0"/>
              <a:t>Examples: </a:t>
            </a:r>
          </a:p>
          <a:p>
            <a:pPr marL="285750" indent="-285750">
              <a:buFont typeface="Arial" panose="020B0604020202020204" pitchFamily="34" charset="0"/>
              <a:buChar char="•"/>
            </a:pPr>
            <a:r>
              <a:rPr lang="en-US" sz="2000" dirty="0"/>
              <a:t>Thermal velocity of particles</a:t>
            </a:r>
          </a:p>
          <a:p>
            <a:pPr marL="285750" indent="-285750">
              <a:buFont typeface="Arial" panose="020B0604020202020204" pitchFamily="34" charset="0"/>
              <a:buChar char="•"/>
            </a:pPr>
            <a:r>
              <a:rPr lang="en-US" sz="2000" dirty="0"/>
              <a:t>Height, weight, feet length</a:t>
            </a:r>
          </a:p>
          <a:p>
            <a:pPr marL="285750" indent="-285750">
              <a:buFont typeface="Arial" panose="020B0604020202020204" pitchFamily="34" charset="0"/>
              <a:buChar char="•"/>
            </a:pPr>
            <a:r>
              <a:rPr lang="en-US" sz="2000" dirty="0"/>
              <a:t>Measurement errors </a:t>
            </a:r>
          </a:p>
        </p:txBody>
      </p:sp>
      <p:sp>
        <p:nvSpPr>
          <p:cNvPr id="12" name="TextBox 11">
            <a:extLst>
              <a:ext uri="{FF2B5EF4-FFF2-40B4-BE49-F238E27FC236}">
                <a16:creationId xmlns:a16="http://schemas.microsoft.com/office/drawing/2014/main" id="{5AE1B186-E989-6033-E0F6-A8BD1798A0E7}"/>
              </a:ext>
            </a:extLst>
          </p:cNvPr>
          <p:cNvSpPr txBox="1"/>
          <p:nvPr/>
        </p:nvSpPr>
        <p:spPr>
          <a:xfrm>
            <a:off x="1089465" y="5067461"/>
            <a:ext cx="6098058" cy="707886"/>
          </a:xfrm>
          <a:prstGeom prst="rect">
            <a:avLst/>
          </a:prstGeom>
          <a:noFill/>
        </p:spPr>
        <p:txBody>
          <a:bodyPr wrap="square">
            <a:spAutoFit/>
          </a:bodyPr>
          <a:lstStyle/>
          <a:p>
            <a:r>
              <a:rPr lang="el-GR" sz="2000" i="1" dirty="0"/>
              <a:t>μ</a:t>
            </a:r>
            <a:r>
              <a:rPr lang="es-ES" sz="2000" i="1" dirty="0"/>
              <a:t> = </a:t>
            </a:r>
            <a:r>
              <a:rPr lang="es-ES" sz="2000" dirty="0" err="1"/>
              <a:t>population</a:t>
            </a:r>
            <a:r>
              <a:rPr lang="es-ES" sz="2000" dirty="0"/>
              <a:t> mean</a:t>
            </a:r>
          </a:p>
          <a:p>
            <a:r>
              <a:rPr lang="el-GR" sz="2000" i="1" dirty="0"/>
              <a:t>σ</a:t>
            </a:r>
            <a:r>
              <a:rPr lang="es-ES" sz="2000" i="1" dirty="0"/>
              <a:t> =</a:t>
            </a:r>
            <a:r>
              <a:rPr lang="es-ES" sz="2000" dirty="0"/>
              <a:t> </a:t>
            </a:r>
            <a:r>
              <a:rPr lang="es-ES" sz="2000" dirty="0" err="1"/>
              <a:t>population</a:t>
            </a:r>
            <a:r>
              <a:rPr lang="es-ES" sz="2000" dirty="0"/>
              <a:t> </a:t>
            </a:r>
            <a:r>
              <a:rPr lang="es-ES" sz="2000" dirty="0" err="1"/>
              <a:t>variance</a:t>
            </a:r>
            <a:endParaRPr lang="es-ES" sz="2000" dirty="0"/>
          </a:p>
        </p:txBody>
      </p:sp>
      <p:pic>
        <p:nvPicPr>
          <p:cNvPr id="14" name="gaussian_varying_mu.mp4">
            <a:hlinkClick r:id="" action="ppaction://media"/>
            <a:extLst>
              <a:ext uri="{FF2B5EF4-FFF2-40B4-BE49-F238E27FC236}">
                <a16:creationId xmlns:a16="http://schemas.microsoft.com/office/drawing/2014/main" id="{1A559668-7631-75D3-E0B1-714249B8477D}"/>
              </a:ext>
            </a:extLst>
          </p:cNvPr>
          <p:cNvPicPr>
            <a:picLocks noChangeAspect="1"/>
          </p:cNvPicPr>
          <p:nvPr>
            <a:videoFile r:link="rId2"/>
            <p:extLst>
              <p:ext uri="{DAA4B4D4-6D71-4841-9C94-3DE7FCFB9230}">
                <p14:media xmlns:p14="http://schemas.microsoft.com/office/powerpoint/2010/main" r:embed="rId1"/>
              </p:ext>
            </p:extLst>
          </p:nvPr>
        </p:nvPicPr>
        <p:blipFill>
          <a:blip r:embed="rId8"/>
          <a:stretch>
            <a:fillRect/>
          </a:stretch>
        </p:blipFill>
        <p:spPr>
          <a:xfrm>
            <a:off x="5942577" y="2076389"/>
            <a:ext cx="6098058" cy="1829417"/>
          </a:xfrm>
          <a:prstGeom prst="rect">
            <a:avLst/>
          </a:prstGeom>
        </p:spPr>
      </p:pic>
      <p:pic>
        <p:nvPicPr>
          <p:cNvPr id="15" name="gaussian_varying_sigma.mp4">
            <a:hlinkClick r:id="" action="ppaction://media"/>
            <a:extLst>
              <a:ext uri="{FF2B5EF4-FFF2-40B4-BE49-F238E27FC236}">
                <a16:creationId xmlns:a16="http://schemas.microsoft.com/office/drawing/2014/main" id="{5CF214B3-F0F5-34EB-FA4E-834F3E809681}"/>
              </a:ext>
            </a:extLst>
          </p:cNvPr>
          <p:cNvPicPr>
            <a:picLocks noChangeAspect="1"/>
          </p:cNvPicPr>
          <p:nvPr>
            <a:videoFile r:link="rId4"/>
            <p:extLst>
              <p:ext uri="{DAA4B4D4-6D71-4841-9C94-3DE7FCFB9230}">
                <p14:media xmlns:p14="http://schemas.microsoft.com/office/powerpoint/2010/main" r:embed="rId3"/>
              </p:ext>
            </p:extLst>
          </p:nvPr>
        </p:nvPicPr>
        <p:blipFill>
          <a:blip r:embed="rId9"/>
          <a:stretch>
            <a:fillRect/>
          </a:stretch>
        </p:blipFill>
        <p:spPr>
          <a:xfrm>
            <a:off x="5942577" y="4006987"/>
            <a:ext cx="6098058" cy="1829418"/>
          </a:xfrm>
          <a:prstGeom prst="rect">
            <a:avLst/>
          </a:prstGeom>
        </p:spPr>
      </p:pic>
      <p:pic>
        <p:nvPicPr>
          <p:cNvPr id="3" name="Picture 2" descr="A mathematical equation with numbers and symbols&#10;&#10;AI-generated content may be incorrect.">
            <a:extLst>
              <a:ext uri="{FF2B5EF4-FFF2-40B4-BE49-F238E27FC236}">
                <a16:creationId xmlns:a16="http://schemas.microsoft.com/office/drawing/2014/main" id="{22B33A2C-DD02-856D-A6A7-F36578886769}"/>
              </a:ext>
            </a:extLst>
          </p:cNvPr>
          <p:cNvPicPr>
            <a:picLocks noChangeAspect="1"/>
          </p:cNvPicPr>
          <p:nvPr/>
        </p:nvPicPr>
        <p:blipFill>
          <a:blip r:embed="rId10"/>
          <a:stretch>
            <a:fillRect/>
          </a:stretch>
        </p:blipFill>
        <p:spPr>
          <a:xfrm>
            <a:off x="990611" y="3626701"/>
            <a:ext cx="3517900" cy="952500"/>
          </a:xfrm>
          <a:prstGeom prst="rect">
            <a:avLst/>
          </a:prstGeom>
        </p:spPr>
      </p:pic>
    </p:spTree>
    <p:extLst>
      <p:ext uri="{BB962C8B-B14F-4D97-AF65-F5344CB8AC3E}">
        <p14:creationId xmlns:p14="http://schemas.microsoft.com/office/powerpoint/2010/main" val="1040684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7" fill="hold" display="0">
                  <p:stCondLst>
                    <p:cond delay="indefinite"/>
                  </p:stCondLst>
                </p:cTn>
                <p:tgtEl>
                  <p:spTgt spid="14"/>
                </p:tgtEl>
              </p:cMediaNode>
            </p:video>
            <p:seq concurrent="1" nextAc="seek">
              <p:cTn id="18" restart="whenNotActive" fill="hold" evtFilter="cancelBubble" nodeType="interactiveSeq">
                <p:stCondLst>
                  <p:cond evt="onClick" delay="0">
                    <p:tgtEl>
                      <p:spTgt spid="1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4"/>
                                        </p:tgtEl>
                                      </p:cBhvr>
                                    </p:cmd>
                                  </p:childTnLst>
                                </p:cTn>
                              </p:par>
                            </p:childTnLst>
                          </p:cTn>
                        </p:par>
                      </p:childTnLst>
                    </p:cTn>
                  </p:par>
                </p:childTnLst>
              </p:cTn>
              <p:nextCondLst>
                <p:cond evt="onClick" delay="0">
                  <p:tgtEl>
                    <p:spTgt spid="14"/>
                  </p:tgtEl>
                </p:cond>
              </p:nextCondLst>
            </p:seq>
            <p:video>
              <p:cMediaNode vol="80000">
                <p:cTn id="23" fill="hold" display="0">
                  <p:stCondLst>
                    <p:cond delay="indefinite"/>
                  </p:stCondLst>
                </p:cTn>
                <p:tgtEl>
                  <p:spTgt spid="15"/>
                </p:tgtEl>
              </p:cMediaNode>
            </p:video>
            <p:seq concurrent="1" nextAc="seek">
              <p:cTn id="24" restart="whenNotActive" fill="hold" evtFilter="cancelBubble" nodeType="interactiveSeq">
                <p:stCondLst>
                  <p:cond evt="onClick" delay="0">
                    <p:tgtEl>
                      <p:spTgt spid="15"/>
                    </p:tgtEl>
                  </p:cond>
                </p:stCondLst>
                <p:endSync evt="end" delay="0">
                  <p:rtn val="all"/>
                </p:endSync>
                <p:childTnLst>
                  <p:par>
                    <p:cTn id="25" fill="hold">
                      <p:stCondLst>
                        <p:cond delay="0"/>
                      </p:stCondLst>
                      <p:childTnLst>
                        <p:par>
                          <p:cTn id="26" fill="hold">
                            <p:stCondLst>
                              <p:cond delay="0"/>
                            </p:stCondLst>
                            <p:childTnLst>
                              <p:par>
                                <p:cTn id="27" presetID="2" presetClass="mediacall" presetSubtype="0" fill="hold" nodeType="clickEffect">
                                  <p:stCondLst>
                                    <p:cond delay="0"/>
                                  </p:stCondLst>
                                  <p:childTnLst>
                                    <p:cmd type="call" cmd="togglePause">
                                      <p:cBhvr>
                                        <p:cTn id="28" dur="1" fill="hold"/>
                                        <p:tgtEl>
                                          <p:spTgt spid="15"/>
                                        </p:tgtEl>
                                      </p:cBhvr>
                                    </p:cmd>
                                  </p:childTnLst>
                                </p:cTn>
                              </p:par>
                            </p:childTnLst>
                          </p:cTn>
                        </p:par>
                      </p:childTnLst>
                    </p:cTn>
                  </p:par>
                </p:childTnLst>
              </p:cTn>
              <p:nextCondLst>
                <p:cond evt="onClick" delay="0">
                  <p:tgtEl>
                    <p:spTgt spid="15"/>
                  </p:tgtEl>
                </p:cond>
              </p:nextCondLst>
            </p:seq>
          </p:childTnLst>
        </p:cTn>
      </p:par>
    </p:tnLst>
    <p:bldLst>
      <p:bldP spid="10" grpId="0"/>
      <p:bldP spid="12" grpId="0"/>
    </p:bldLst>
  </p:timing>
  <p:extLst>
    <p:ext uri="{6950BFC3-D8DA-4A85-94F7-54DA5524770B}">
      <p188:commentRel xmlns:p188="http://schemas.microsoft.com/office/powerpoint/2018/8/main" r:id="rId7"/>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29F8D-1582-15F0-251B-824D75F5DCC4}"/>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B9569162-8E29-1688-A83E-3EEA5FBFF5EE}"/>
              </a:ext>
            </a:extLst>
          </p:cNvPr>
          <p:cNvSpPr>
            <a:spLocks noGrp="1"/>
          </p:cNvSpPr>
          <p:nvPr>
            <p:ph type="dt" sz="half" idx="10"/>
          </p:nvPr>
        </p:nvSpPr>
        <p:spPr/>
        <p:txBody>
          <a:bodyPr/>
          <a:lstStyle/>
          <a:p>
            <a:r>
              <a:rPr lang="en-GB" dirty="0"/>
              <a:t>25/03/26</a:t>
            </a:r>
            <a:endParaRPr lang="en-US" dirty="0"/>
          </a:p>
        </p:txBody>
      </p:sp>
      <p:sp>
        <p:nvSpPr>
          <p:cNvPr id="5" name="Footer Placeholder 4">
            <a:extLst>
              <a:ext uri="{FF2B5EF4-FFF2-40B4-BE49-F238E27FC236}">
                <a16:creationId xmlns:a16="http://schemas.microsoft.com/office/drawing/2014/main" id="{954CD852-33A9-6E77-A834-A1E9BA5DF3AB}"/>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7B83B782-41E6-6D6E-153F-09C2BDD84DC6}"/>
              </a:ext>
            </a:extLst>
          </p:cNvPr>
          <p:cNvSpPr>
            <a:spLocks noGrp="1"/>
          </p:cNvSpPr>
          <p:nvPr>
            <p:ph type="sldNum" sz="quarter" idx="12"/>
          </p:nvPr>
        </p:nvSpPr>
        <p:spPr/>
        <p:txBody>
          <a:bodyPr/>
          <a:lstStyle/>
          <a:p>
            <a:fld id="{CD8A0FDF-4F91-7341-808B-3919AC0D856E}" type="slidenum">
              <a:rPr lang="en-US" smtClean="0"/>
              <a:t>18</a:t>
            </a:fld>
            <a:endParaRPr lang="en-US" dirty="0"/>
          </a:p>
        </p:txBody>
      </p:sp>
      <p:sp>
        <p:nvSpPr>
          <p:cNvPr id="11" name="Title 1">
            <a:extLst>
              <a:ext uri="{FF2B5EF4-FFF2-40B4-BE49-F238E27FC236}">
                <a16:creationId xmlns:a16="http://schemas.microsoft.com/office/drawing/2014/main" id="{8F3E50A9-B39B-62F2-EBC1-3E870CC98E86}"/>
              </a:ext>
            </a:extLst>
          </p:cNvPr>
          <p:cNvSpPr>
            <a:spLocks noGrp="1"/>
          </p:cNvSpPr>
          <p:nvPr>
            <p:ph type="title"/>
          </p:nvPr>
        </p:nvSpPr>
        <p:spPr>
          <a:xfrm>
            <a:off x="838200" y="-102961"/>
            <a:ext cx="10515600" cy="1325563"/>
          </a:xfrm>
        </p:spPr>
        <p:txBody>
          <a:bodyPr>
            <a:normAutofit/>
          </a:bodyPr>
          <a:lstStyle/>
          <a:p>
            <a:r>
              <a:rPr lang="en-US" sz="3200" dirty="0"/>
              <a:t>Gaussian distribution</a:t>
            </a:r>
          </a:p>
        </p:txBody>
      </p:sp>
      <p:pic>
        <p:nvPicPr>
          <p:cNvPr id="8" name="Picture 7" descr="A close-up of a nutrition label&#10;&#10;AI-generated content may be incorrect.">
            <a:extLst>
              <a:ext uri="{FF2B5EF4-FFF2-40B4-BE49-F238E27FC236}">
                <a16:creationId xmlns:a16="http://schemas.microsoft.com/office/drawing/2014/main" id="{08657ED3-6C31-0B62-A24A-A9ECC397EAE5}"/>
              </a:ext>
            </a:extLst>
          </p:cNvPr>
          <p:cNvPicPr>
            <a:picLocks noChangeAspect="1"/>
          </p:cNvPicPr>
          <p:nvPr/>
        </p:nvPicPr>
        <p:blipFill>
          <a:blip r:embed="rId3"/>
          <a:stretch>
            <a:fillRect/>
          </a:stretch>
        </p:blipFill>
        <p:spPr>
          <a:xfrm>
            <a:off x="838200" y="2197259"/>
            <a:ext cx="5136120" cy="999515"/>
          </a:xfrm>
          <a:prstGeom prst="rect">
            <a:avLst/>
          </a:prstGeom>
        </p:spPr>
      </p:pic>
      <p:sp>
        <p:nvSpPr>
          <p:cNvPr id="10" name="TextBox 9">
            <a:extLst>
              <a:ext uri="{FF2B5EF4-FFF2-40B4-BE49-F238E27FC236}">
                <a16:creationId xmlns:a16="http://schemas.microsoft.com/office/drawing/2014/main" id="{3601DD49-ED87-0070-758A-DB74EFB3291E}"/>
              </a:ext>
            </a:extLst>
          </p:cNvPr>
          <p:cNvSpPr txBox="1"/>
          <p:nvPr/>
        </p:nvSpPr>
        <p:spPr>
          <a:xfrm>
            <a:off x="1004495" y="3593992"/>
            <a:ext cx="5214588" cy="369332"/>
          </a:xfrm>
          <a:prstGeom prst="rect">
            <a:avLst/>
          </a:prstGeom>
          <a:noFill/>
        </p:spPr>
        <p:txBody>
          <a:bodyPr wrap="square">
            <a:spAutoFit/>
          </a:bodyPr>
          <a:lstStyle/>
          <a:p>
            <a:pPr marL="285750" indent="-285750">
              <a:buFont typeface="Arial" panose="020B0604020202020204" pitchFamily="34" charset="0"/>
              <a:buChar char="•"/>
            </a:pPr>
            <a:r>
              <a:rPr lang="en-US" dirty="0"/>
              <a:t>Body measures</a:t>
            </a:r>
            <a:endParaRPr lang="en-US" sz="1800" dirty="0"/>
          </a:p>
        </p:txBody>
      </p:sp>
      <p:sp>
        <p:nvSpPr>
          <p:cNvPr id="38" name="TextBox 37">
            <a:extLst>
              <a:ext uri="{FF2B5EF4-FFF2-40B4-BE49-F238E27FC236}">
                <a16:creationId xmlns:a16="http://schemas.microsoft.com/office/drawing/2014/main" id="{C87A4EF7-18E6-87EC-B004-0A4CC34EB1CE}"/>
              </a:ext>
            </a:extLst>
          </p:cNvPr>
          <p:cNvSpPr txBox="1"/>
          <p:nvPr/>
        </p:nvSpPr>
        <p:spPr>
          <a:xfrm>
            <a:off x="396018" y="1184742"/>
            <a:ext cx="3970539" cy="400110"/>
          </a:xfrm>
          <a:prstGeom prst="rect">
            <a:avLst/>
          </a:prstGeom>
          <a:noFill/>
        </p:spPr>
        <p:txBody>
          <a:bodyPr wrap="square">
            <a:spAutoFit/>
          </a:bodyPr>
          <a:lstStyle/>
          <a:p>
            <a:r>
              <a:rPr lang="en-US" sz="2000" u="sng" dirty="0"/>
              <a:t>Case study</a:t>
            </a:r>
          </a:p>
        </p:txBody>
      </p:sp>
      <p:cxnSp>
        <p:nvCxnSpPr>
          <p:cNvPr id="13" name="Straight Arrow Connector 12">
            <a:extLst>
              <a:ext uri="{FF2B5EF4-FFF2-40B4-BE49-F238E27FC236}">
                <a16:creationId xmlns:a16="http://schemas.microsoft.com/office/drawing/2014/main" id="{37466437-8F60-CFB1-95EA-1A4F7C9C2108}"/>
              </a:ext>
            </a:extLst>
          </p:cNvPr>
          <p:cNvCxnSpPr>
            <a:cxnSpLocks/>
          </p:cNvCxnSpPr>
          <p:nvPr/>
        </p:nvCxnSpPr>
        <p:spPr>
          <a:xfrm>
            <a:off x="6053851" y="2442044"/>
            <a:ext cx="930865" cy="0"/>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3" name="TextBox 2">
            <a:extLst>
              <a:ext uri="{FF2B5EF4-FFF2-40B4-BE49-F238E27FC236}">
                <a16:creationId xmlns:a16="http://schemas.microsoft.com/office/drawing/2014/main" id="{C430DFDC-ED37-D402-20F7-AD233E4856F1}"/>
              </a:ext>
            </a:extLst>
          </p:cNvPr>
          <p:cNvSpPr txBox="1"/>
          <p:nvPr/>
        </p:nvSpPr>
        <p:spPr>
          <a:xfrm>
            <a:off x="8808308" y="1461385"/>
            <a:ext cx="2077995"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 Adult men height</a:t>
            </a:r>
          </a:p>
        </p:txBody>
      </p:sp>
      <p:pic>
        <p:nvPicPr>
          <p:cNvPr id="7" name="Picture 6">
            <a:extLst>
              <a:ext uri="{FF2B5EF4-FFF2-40B4-BE49-F238E27FC236}">
                <a16:creationId xmlns:a16="http://schemas.microsoft.com/office/drawing/2014/main" id="{47F38F18-9441-3490-E242-418E355197D9}"/>
              </a:ext>
            </a:extLst>
          </p:cNvPr>
          <p:cNvPicPr>
            <a:picLocks noChangeAspect="1"/>
          </p:cNvPicPr>
          <p:nvPr/>
        </p:nvPicPr>
        <p:blipFill>
          <a:blip r:embed="rId4"/>
          <a:stretch>
            <a:fillRect/>
          </a:stretch>
        </p:blipFill>
        <p:spPr>
          <a:xfrm>
            <a:off x="7509534" y="1984174"/>
            <a:ext cx="4408330" cy="2432524"/>
          </a:xfrm>
          <a:prstGeom prst="rect">
            <a:avLst/>
          </a:prstGeom>
        </p:spPr>
      </p:pic>
    </p:spTree>
    <p:extLst>
      <p:ext uri="{BB962C8B-B14F-4D97-AF65-F5344CB8AC3E}">
        <p14:creationId xmlns:p14="http://schemas.microsoft.com/office/powerpoint/2010/main" val="1804835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D41A0-9961-B6F9-61A1-FBE2F36265EB}"/>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4EE84F90-7F7D-F206-82F5-BF9D43ED1BAF}"/>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FC50879A-9C4E-6DF7-8F97-4B46B4D7E122}"/>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67C0590F-4735-9EC2-AE6C-651937EBBF84}"/>
              </a:ext>
            </a:extLst>
          </p:cNvPr>
          <p:cNvSpPr>
            <a:spLocks noGrp="1"/>
          </p:cNvSpPr>
          <p:nvPr>
            <p:ph type="sldNum" sz="quarter" idx="12"/>
          </p:nvPr>
        </p:nvSpPr>
        <p:spPr/>
        <p:txBody>
          <a:bodyPr/>
          <a:lstStyle/>
          <a:p>
            <a:fld id="{CD8A0FDF-4F91-7341-808B-3919AC0D856E}" type="slidenum">
              <a:rPr lang="en-US" smtClean="0"/>
              <a:t>19</a:t>
            </a:fld>
            <a:endParaRPr lang="en-US" dirty="0"/>
          </a:p>
        </p:txBody>
      </p:sp>
      <p:sp>
        <p:nvSpPr>
          <p:cNvPr id="11" name="Title 1">
            <a:extLst>
              <a:ext uri="{FF2B5EF4-FFF2-40B4-BE49-F238E27FC236}">
                <a16:creationId xmlns:a16="http://schemas.microsoft.com/office/drawing/2014/main" id="{1DF19004-C8B2-6CA4-3A23-287D78E2BBEF}"/>
              </a:ext>
            </a:extLst>
          </p:cNvPr>
          <p:cNvSpPr>
            <a:spLocks noGrp="1"/>
          </p:cNvSpPr>
          <p:nvPr>
            <p:ph type="title"/>
          </p:nvPr>
        </p:nvSpPr>
        <p:spPr>
          <a:xfrm>
            <a:off x="838200" y="-102961"/>
            <a:ext cx="10515600" cy="1325563"/>
          </a:xfrm>
        </p:spPr>
        <p:txBody>
          <a:bodyPr>
            <a:normAutofit/>
          </a:bodyPr>
          <a:lstStyle/>
          <a:p>
            <a:r>
              <a:rPr lang="en-US" sz="3200" dirty="0"/>
              <a:t>Gaussian distribution</a:t>
            </a:r>
          </a:p>
        </p:txBody>
      </p:sp>
      <p:sp>
        <p:nvSpPr>
          <p:cNvPr id="38" name="TextBox 37">
            <a:extLst>
              <a:ext uri="{FF2B5EF4-FFF2-40B4-BE49-F238E27FC236}">
                <a16:creationId xmlns:a16="http://schemas.microsoft.com/office/drawing/2014/main" id="{6CF4D5E9-FF7E-49B4-F320-7E7AD9079D7A}"/>
              </a:ext>
            </a:extLst>
          </p:cNvPr>
          <p:cNvSpPr txBox="1"/>
          <p:nvPr/>
        </p:nvSpPr>
        <p:spPr>
          <a:xfrm>
            <a:off x="396019" y="1184742"/>
            <a:ext cx="1480622" cy="400110"/>
          </a:xfrm>
          <a:prstGeom prst="rect">
            <a:avLst/>
          </a:prstGeom>
          <a:noFill/>
        </p:spPr>
        <p:txBody>
          <a:bodyPr wrap="square">
            <a:spAutoFit/>
          </a:bodyPr>
          <a:lstStyle/>
          <a:p>
            <a:r>
              <a:rPr lang="en-US" sz="2000" u="sng" dirty="0"/>
              <a:t>Case study</a:t>
            </a:r>
          </a:p>
        </p:txBody>
      </p:sp>
      <p:sp>
        <p:nvSpPr>
          <p:cNvPr id="14" name="TextBox 13">
            <a:extLst>
              <a:ext uri="{FF2B5EF4-FFF2-40B4-BE49-F238E27FC236}">
                <a16:creationId xmlns:a16="http://schemas.microsoft.com/office/drawing/2014/main" id="{A51FCFCC-A8F0-D43B-8DC1-A660473A2CE7}"/>
              </a:ext>
            </a:extLst>
          </p:cNvPr>
          <p:cNvSpPr txBox="1"/>
          <p:nvPr/>
        </p:nvSpPr>
        <p:spPr>
          <a:xfrm>
            <a:off x="619308" y="1830717"/>
            <a:ext cx="3419292" cy="369332"/>
          </a:xfrm>
          <a:prstGeom prst="rect">
            <a:avLst/>
          </a:prstGeom>
          <a:noFill/>
        </p:spPr>
        <p:txBody>
          <a:bodyPr wrap="square">
            <a:spAutoFit/>
          </a:bodyPr>
          <a:lstStyle/>
          <a:p>
            <a:r>
              <a:rPr lang="en-US" sz="1800" dirty="0"/>
              <a:t>1. </a:t>
            </a:r>
            <a:r>
              <a:rPr lang="es-ES" sz="1800" dirty="0" err="1"/>
              <a:t>Find</a:t>
            </a:r>
            <a:r>
              <a:rPr lang="es-ES" sz="1800" dirty="0"/>
              <a:t> </a:t>
            </a:r>
            <a:r>
              <a:rPr lang="el-GR" i="1" dirty="0"/>
              <a:t>μ</a:t>
            </a:r>
            <a:r>
              <a:rPr lang="es-ES" i="1" dirty="0"/>
              <a:t> </a:t>
            </a:r>
            <a:r>
              <a:rPr lang="es-ES" dirty="0"/>
              <a:t>and </a:t>
            </a:r>
            <a:r>
              <a:rPr lang="el-GR" i="1" dirty="0"/>
              <a:t>σ</a:t>
            </a:r>
            <a:r>
              <a:rPr lang="es-ES" dirty="0"/>
              <a:t> </a:t>
            </a:r>
            <a:endParaRPr lang="en-US" sz="1800" dirty="0"/>
          </a:p>
        </p:txBody>
      </p:sp>
      <p:sp>
        <p:nvSpPr>
          <p:cNvPr id="17" name="TextBox 16">
            <a:extLst>
              <a:ext uri="{FF2B5EF4-FFF2-40B4-BE49-F238E27FC236}">
                <a16:creationId xmlns:a16="http://schemas.microsoft.com/office/drawing/2014/main" id="{60141CEE-16B6-CE13-1A30-9BE14AB5F22E}"/>
              </a:ext>
            </a:extLst>
          </p:cNvPr>
          <p:cNvSpPr txBox="1"/>
          <p:nvPr/>
        </p:nvSpPr>
        <p:spPr>
          <a:xfrm>
            <a:off x="619308" y="4097027"/>
            <a:ext cx="3559969" cy="369332"/>
          </a:xfrm>
          <a:prstGeom prst="rect">
            <a:avLst/>
          </a:prstGeom>
          <a:noFill/>
        </p:spPr>
        <p:txBody>
          <a:bodyPr wrap="square">
            <a:spAutoFit/>
          </a:bodyPr>
          <a:lstStyle/>
          <a:p>
            <a:r>
              <a:rPr lang="en-US" dirty="0"/>
              <a:t>3. </a:t>
            </a:r>
            <a:r>
              <a:rPr lang="es-ES" dirty="0" err="1"/>
              <a:t>Plot</a:t>
            </a:r>
            <a:r>
              <a:rPr lang="es-ES" dirty="0"/>
              <a:t> </a:t>
            </a:r>
            <a:r>
              <a:rPr lang="es-ES" dirty="0" err="1"/>
              <a:t>corresponding</a:t>
            </a:r>
            <a:r>
              <a:rPr lang="es-ES" dirty="0"/>
              <a:t> Gaussian</a:t>
            </a:r>
            <a:endParaRPr lang="en-US" dirty="0"/>
          </a:p>
        </p:txBody>
      </p:sp>
      <p:sp>
        <p:nvSpPr>
          <p:cNvPr id="21" name="TextBox 20">
            <a:extLst>
              <a:ext uri="{FF2B5EF4-FFF2-40B4-BE49-F238E27FC236}">
                <a16:creationId xmlns:a16="http://schemas.microsoft.com/office/drawing/2014/main" id="{1B1B8CC9-07F4-0500-B3EB-9A215E691224}"/>
              </a:ext>
            </a:extLst>
          </p:cNvPr>
          <p:cNvSpPr txBox="1"/>
          <p:nvPr/>
        </p:nvSpPr>
        <p:spPr>
          <a:xfrm>
            <a:off x="2018261" y="1249992"/>
            <a:ext cx="617363" cy="276999"/>
          </a:xfrm>
          <a:prstGeom prst="rect">
            <a:avLst/>
          </a:prstGeom>
          <a:solidFill>
            <a:schemeClr val="bg2"/>
          </a:solidFill>
        </p:spPr>
        <p:txBody>
          <a:bodyPr wrap="square">
            <a:spAutoFit/>
          </a:bodyPr>
          <a:lstStyle/>
          <a:p>
            <a:r>
              <a:rPr lang="en-GB" sz="1200" dirty="0">
                <a:latin typeface="Menlo" panose="020B0609030804020204" pitchFamily="49" charset="0"/>
                <a:ea typeface="Menlo" panose="020B0609030804020204" pitchFamily="49" charset="0"/>
                <a:cs typeface="Menlo" panose="020B0609030804020204" pitchFamily="49" charset="0"/>
              </a:rPr>
              <a:t>math</a:t>
            </a:r>
            <a:endParaRPr lang="en-US" sz="1200" dirty="0"/>
          </a:p>
        </p:txBody>
      </p:sp>
      <p:sp>
        <p:nvSpPr>
          <p:cNvPr id="22" name="TextBox 21">
            <a:extLst>
              <a:ext uri="{FF2B5EF4-FFF2-40B4-BE49-F238E27FC236}">
                <a16:creationId xmlns:a16="http://schemas.microsoft.com/office/drawing/2014/main" id="{AD963B84-3364-12CB-59C2-B7C73CA6F5C2}"/>
              </a:ext>
            </a:extLst>
          </p:cNvPr>
          <p:cNvSpPr txBox="1"/>
          <p:nvPr/>
        </p:nvSpPr>
        <p:spPr>
          <a:xfrm>
            <a:off x="2855326" y="1254443"/>
            <a:ext cx="1757269"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matplotlib.pyplot</a:t>
            </a:r>
            <a:endParaRPr lang="en-US" sz="1200" dirty="0"/>
          </a:p>
        </p:txBody>
      </p:sp>
      <p:sp>
        <p:nvSpPr>
          <p:cNvPr id="27" name="TextBox 26">
            <a:extLst>
              <a:ext uri="{FF2B5EF4-FFF2-40B4-BE49-F238E27FC236}">
                <a16:creationId xmlns:a16="http://schemas.microsoft.com/office/drawing/2014/main" id="{1DF48218-6F4A-FB35-58DC-B7F69A7C6848}"/>
              </a:ext>
            </a:extLst>
          </p:cNvPr>
          <p:cNvSpPr txBox="1"/>
          <p:nvPr/>
        </p:nvSpPr>
        <p:spPr>
          <a:xfrm>
            <a:off x="619308" y="2872555"/>
            <a:ext cx="4438845" cy="369332"/>
          </a:xfrm>
          <a:prstGeom prst="rect">
            <a:avLst/>
          </a:prstGeom>
          <a:noFill/>
        </p:spPr>
        <p:txBody>
          <a:bodyPr wrap="square">
            <a:spAutoFit/>
          </a:bodyPr>
          <a:lstStyle/>
          <a:p>
            <a:r>
              <a:rPr lang="en-US" dirty="0"/>
              <a:t>2</a:t>
            </a:r>
            <a:r>
              <a:rPr lang="en-US" sz="1800" dirty="0"/>
              <a:t>. </a:t>
            </a:r>
            <a:r>
              <a:rPr lang="es-ES" sz="1800" dirty="0" err="1"/>
              <a:t>Plot</a:t>
            </a:r>
            <a:r>
              <a:rPr lang="es-ES" sz="1800" dirty="0"/>
              <a:t> </a:t>
            </a:r>
            <a:r>
              <a:rPr lang="es-ES" sz="1800" dirty="0" err="1"/>
              <a:t>binned</a:t>
            </a:r>
            <a:r>
              <a:rPr lang="es-ES" sz="1800" dirty="0"/>
              <a:t> data</a:t>
            </a:r>
            <a:endParaRPr lang="en-US" sz="1800" dirty="0"/>
          </a:p>
        </p:txBody>
      </p:sp>
      <p:sp>
        <p:nvSpPr>
          <p:cNvPr id="7" name="TextBox 6">
            <a:extLst>
              <a:ext uri="{FF2B5EF4-FFF2-40B4-BE49-F238E27FC236}">
                <a16:creationId xmlns:a16="http://schemas.microsoft.com/office/drawing/2014/main" id="{6A383267-C66E-EAE3-A938-39473CCA2EB5}"/>
              </a:ext>
            </a:extLst>
          </p:cNvPr>
          <p:cNvSpPr txBox="1"/>
          <p:nvPr/>
        </p:nvSpPr>
        <p:spPr>
          <a:xfrm>
            <a:off x="8808308" y="1461385"/>
            <a:ext cx="2077995" cy="369332"/>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b="1" dirty="0"/>
              <a:t> Adult men height</a:t>
            </a:r>
          </a:p>
        </p:txBody>
      </p:sp>
      <p:pic>
        <p:nvPicPr>
          <p:cNvPr id="8" name="Picture 7">
            <a:extLst>
              <a:ext uri="{FF2B5EF4-FFF2-40B4-BE49-F238E27FC236}">
                <a16:creationId xmlns:a16="http://schemas.microsoft.com/office/drawing/2014/main" id="{32D7B379-BC0B-9397-2B87-CB21437EE35F}"/>
              </a:ext>
            </a:extLst>
          </p:cNvPr>
          <p:cNvPicPr>
            <a:picLocks noChangeAspect="1"/>
          </p:cNvPicPr>
          <p:nvPr/>
        </p:nvPicPr>
        <p:blipFill>
          <a:blip r:embed="rId3"/>
          <a:stretch>
            <a:fillRect/>
          </a:stretch>
        </p:blipFill>
        <p:spPr>
          <a:xfrm>
            <a:off x="7509534" y="1984174"/>
            <a:ext cx="4408330" cy="2432524"/>
          </a:xfrm>
          <a:prstGeom prst="rect">
            <a:avLst/>
          </a:prstGeom>
        </p:spPr>
      </p:pic>
      <p:pic>
        <p:nvPicPr>
          <p:cNvPr id="3" name="Picture 2">
            <a:extLst>
              <a:ext uri="{FF2B5EF4-FFF2-40B4-BE49-F238E27FC236}">
                <a16:creationId xmlns:a16="http://schemas.microsoft.com/office/drawing/2014/main" id="{9B429F67-EE8E-8199-EB23-88DE7E39D8B9}"/>
              </a:ext>
            </a:extLst>
          </p:cNvPr>
          <p:cNvPicPr>
            <a:picLocks noChangeAspect="1"/>
          </p:cNvPicPr>
          <p:nvPr/>
        </p:nvPicPr>
        <p:blipFill>
          <a:blip r:embed="rId4"/>
          <a:stretch>
            <a:fillRect/>
          </a:stretch>
        </p:blipFill>
        <p:spPr>
          <a:xfrm>
            <a:off x="676312" y="2223631"/>
            <a:ext cx="2400658" cy="461665"/>
          </a:xfrm>
          <a:prstGeom prst="rect">
            <a:avLst/>
          </a:prstGeom>
        </p:spPr>
      </p:pic>
      <p:pic>
        <p:nvPicPr>
          <p:cNvPr id="16" name="Picture 15" descr="A black background with colorful text&#10;&#10;AI-generated content may be incorrect.">
            <a:extLst>
              <a:ext uri="{FF2B5EF4-FFF2-40B4-BE49-F238E27FC236}">
                <a16:creationId xmlns:a16="http://schemas.microsoft.com/office/drawing/2014/main" id="{CF99548E-E5C6-95D6-E6E0-CD80119B39F8}"/>
              </a:ext>
            </a:extLst>
          </p:cNvPr>
          <p:cNvPicPr>
            <a:picLocks noChangeAspect="1"/>
          </p:cNvPicPr>
          <p:nvPr/>
        </p:nvPicPr>
        <p:blipFill>
          <a:blip r:embed="rId5"/>
          <a:stretch>
            <a:fillRect/>
          </a:stretch>
        </p:blipFill>
        <p:spPr>
          <a:xfrm>
            <a:off x="681834" y="3289170"/>
            <a:ext cx="4423576" cy="682243"/>
          </a:xfrm>
          <a:prstGeom prst="rect">
            <a:avLst/>
          </a:prstGeom>
        </p:spPr>
      </p:pic>
      <p:pic>
        <p:nvPicPr>
          <p:cNvPr id="19" name="Picture 18" descr="A computer code with text on it&#10;&#10;AI-generated content may be incorrect.">
            <a:extLst>
              <a:ext uri="{FF2B5EF4-FFF2-40B4-BE49-F238E27FC236}">
                <a16:creationId xmlns:a16="http://schemas.microsoft.com/office/drawing/2014/main" id="{5F0A9979-21B0-D0E4-FC76-3AE8BFA46AD2}"/>
              </a:ext>
            </a:extLst>
          </p:cNvPr>
          <p:cNvPicPr>
            <a:picLocks noChangeAspect="1"/>
          </p:cNvPicPr>
          <p:nvPr/>
        </p:nvPicPr>
        <p:blipFill>
          <a:blip r:embed="rId6"/>
          <a:stretch>
            <a:fillRect/>
          </a:stretch>
        </p:blipFill>
        <p:spPr>
          <a:xfrm>
            <a:off x="676312" y="4453194"/>
            <a:ext cx="6941868" cy="1816999"/>
          </a:xfrm>
          <a:prstGeom prst="rect">
            <a:avLst/>
          </a:prstGeom>
        </p:spPr>
      </p:pic>
      <p:sp>
        <p:nvSpPr>
          <p:cNvPr id="20" name="TextBox 19">
            <a:extLst>
              <a:ext uri="{FF2B5EF4-FFF2-40B4-BE49-F238E27FC236}">
                <a16:creationId xmlns:a16="http://schemas.microsoft.com/office/drawing/2014/main" id="{665FB7A2-F1FC-72A0-79F2-7FF36F296956}"/>
              </a:ext>
            </a:extLst>
          </p:cNvPr>
          <p:cNvSpPr txBox="1"/>
          <p:nvPr/>
        </p:nvSpPr>
        <p:spPr>
          <a:xfrm>
            <a:off x="4832297" y="1246297"/>
            <a:ext cx="804613" cy="276999"/>
          </a:xfrm>
          <a:prstGeom prst="rect">
            <a:avLst/>
          </a:prstGeom>
          <a:solidFill>
            <a:schemeClr val="bg2"/>
          </a:solidFill>
        </p:spPr>
        <p:txBody>
          <a:bodyPr wrap="square">
            <a:spAutoFit/>
          </a:bodyPr>
          <a:lstStyle/>
          <a:p>
            <a:r>
              <a:rPr lang="en-GB" sz="1200" dirty="0">
                <a:latin typeface="Menlo" panose="020B0609030804020204" pitchFamily="49" charset="0"/>
                <a:ea typeface="Menlo" panose="020B0609030804020204" pitchFamily="49" charset="0"/>
                <a:cs typeface="Menlo" panose="020B0609030804020204" pitchFamily="49" charset="0"/>
              </a:rPr>
              <a:t>pandas</a:t>
            </a:r>
            <a:endParaRPr lang="en-US" sz="1200" dirty="0">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43728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1" grpId="0" animBg="1"/>
      <p:bldP spid="22" grpId="0" animBg="1"/>
      <p:bldP spid="27" grpId="0"/>
      <p:bldP spid="2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4771E-8D77-B93D-A933-601E01F1A741}"/>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EFB0C1C0-7946-7D8B-365A-0D3EE3320BB6}"/>
              </a:ext>
            </a:extLst>
          </p:cNvPr>
          <p:cNvSpPr>
            <a:spLocks noGrp="1"/>
          </p:cNvSpPr>
          <p:nvPr>
            <p:ph type="dt" sz="half" idx="10"/>
          </p:nvPr>
        </p:nvSpPr>
        <p:spPr/>
        <p:txBody>
          <a:bodyPr/>
          <a:lstStyle/>
          <a:p>
            <a:r>
              <a:rPr lang="en-GB"/>
              <a:t>25/03/26</a:t>
            </a:r>
            <a:endParaRPr lang="en-US"/>
          </a:p>
        </p:txBody>
      </p:sp>
      <p:sp>
        <p:nvSpPr>
          <p:cNvPr id="5" name="Footer Placeholder 4">
            <a:extLst>
              <a:ext uri="{FF2B5EF4-FFF2-40B4-BE49-F238E27FC236}">
                <a16:creationId xmlns:a16="http://schemas.microsoft.com/office/drawing/2014/main" id="{12FDBC29-C47B-E60E-23CC-D1315065C47A}"/>
              </a:ext>
            </a:extLst>
          </p:cNvPr>
          <p:cNvSpPr>
            <a:spLocks noGrp="1"/>
          </p:cNvSpPr>
          <p:nvPr>
            <p:ph type="ftr" sz="quarter" idx="11"/>
          </p:nvPr>
        </p:nvSpPr>
        <p:spPr/>
        <p:txBody>
          <a:bodyPr/>
          <a:lstStyle/>
          <a:p>
            <a:r>
              <a:rPr lang="en-US"/>
              <a:t>Aida Sanchez Ricol - Probability</a:t>
            </a:r>
          </a:p>
        </p:txBody>
      </p:sp>
      <p:sp>
        <p:nvSpPr>
          <p:cNvPr id="6" name="Slide Number Placeholder 5">
            <a:extLst>
              <a:ext uri="{FF2B5EF4-FFF2-40B4-BE49-F238E27FC236}">
                <a16:creationId xmlns:a16="http://schemas.microsoft.com/office/drawing/2014/main" id="{A583C9FE-42F6-7D52-0D9D-1BD0D7D42C2C}"/>
              </a:ext>
            </a:extLst>
          </p:cNvPr>
          <p:cNvSpPr>
            <a:spLocks noGrp="1"/>
          </p:cNvSpPr>
          <p:nvPr>
            <p:ph type="sldNum" sz="quarter" idx="12"/>
          </p:nvPr>
        </p:nvSpPr>
        <p:spPr/>
        <p:txBody>
          <a:bodyPr/>
          <a:lstStyle/>
          <a:p>
            <a:fld id="{CD8A0FDF-4F91-7341-808B-3919AC0D856E}" type="slidenum">
              <a:rPr lang="en-US" smtClean="0"/>
              <a:t>20</a:t>
            </a:fld>
            <a:endParaRPr lang="en-US" dirty="0"/>
          </a:p>
        </p:txBody>
      </p:sp>
      <p:sp>
        <p:nvSpPr>
          <p:cNvPr id="11" name="Title 1">
            <a:extLst>
              <a:ext uri="{FF2B5EF4-FFF2-40B4-BE49-F238E27FC236}">
                <a16:creationId xmlns:a16="http://schemas.microsoft.com/office/drawing/2014/main" id="{141ADF06-0F3E-465E-9D19-2AED7D0FFB32}"/>
              </a:ext>
            </a:extLst>
          </p:cNvPr>
          <p:cNvSpPr>
            <a:spLocks noGrp="1"/>
          </p:cNvSpPr>
          <p:nvPr>
            <p:ph type="title"/>
          </p:nvPr>
        </p:nvSpPr>
        <p:spPr>
          <a:xfrm>
            <a:off x="838200" y="-102961"/>
            <a:ext cx="10515600" cy="1325563"/>
          </a:xfrm>
        </p:spPr>
        <p:txBody>
          <a:bodyPr>
            <a:normAutofit/>
          </a:bodyPr>
          <a:lstStyle/>
          <a:p>
            <a:r>
              <a:rPr lang="en-US" sz="3200" dirty="0"/>
              <a:t>Time for exercises!</a:t>
            </a:r>
          </a:p>
        </p:txBody>
      </p:sp>
      <p:sp>
        <p:nvSpPr>
          <p:cNvPr id="14" name="TextBox 13">
            <a:extLst>
              <a:ext uri="{FF2B5EF4-FFF2-40B4-BE49-F238E27FC236}">
                <a16:creationId xmlns:a16="http://schemas.microsoft.com/office/drawing/2014/main" id="{DD352964-FBD7-0D5E-B852-973F4BEDA50F}"/>
              </a:ext>
            </a:extLst>
          </p:cNvPr>
          <p:cNvSpPr txBox="1"/>
          <p:nvPr/>
        </p:nvSpPr>
        <p:spPr>
          <a:xfrm>
            <a:off x="1255198" y="1313585"/>
            <a:ext cx="5243610" cy="369332"/>
          </a:xfrm>
          <a:prstGeom prst="rect">
            <a:avLst/>
          </a:prstGeom>
          <a:noFill/>
        </p:spPr>
        <p:txBody>
          <a:bodyPr wrap="square">
            <a:spAutoFit/>
          </a:bodyPr>
          <a:lstStyle/>
          <a:p>
            <a:r>
              <a:rPr lang="en-US" sz="1800" dirty="0"/>
              <a:t>Solve by using:</a:t>
            </a:r>
          </a:p>
        </p:txBody>
      </p:sp>
      <p:sp>
        <p:nvSpPr>
          <p:cNvPr id="3" name="TextBox 2">
            <a:extLst>
              <a:ext uri="{FF2B5EF4-FFF2-40B4-BE49-F238E27FC236}">
                <a16:creationId xmlns:a16="http://schemas.microsoft.com/office/drawing/2014/main" id="{BB2CB4F6-A463-0441-85C6-A674B9BA4951}"/>
              </a:ext>
            </a:extLst>
          </p:cNvPr>
          <p:cNvSpPr txBox="1"/>
          <p:nvPr/>
        </p:nvSpPr>
        <p:spPr>
          <a:xfrm>
            <a:off x="7961641" y="2144582"/>
            <a:ext cx="2975161" cy="369332"/>
          </a:xfrm>
          <a:prstGeom prst="rect">
            <a:avLst/>
          </a:prstGeom>
          <a:noFill/>
        </p:spPr>
        <p:txBody>
          <a:bodyPr wrap="square">
            <a:spAutoFit/>
          </a:bodyPr>
          <a:lstStyle/>
          <a:p>
            <a:r>
              <a:rPr lang="en-US" dirty="0"/>
              <a:t>Your own functions </a:t>
            </a:r>
            <a:endParaRPr lang="en-US" sz="1800" dirty="0"/>
          </a:p>
        </p:txBody>
      </p:sp>
      <p:pic>
        <p:nvPicPr>
          <p:cNvPr id="19" name="Picture 18" descr="A black background with colorful text&#10;&#10;AI-generated content may be incorrect.">
            <a:extLst>
              <a:ext uri="{FF2B5EF4-FFF2-40B4-BE49-F238E27FC236}">
                <a16:creationId xmlns:a16="http://schemas.microsoft.com/office/drawing/2014/main" id="{47475554-EFA8-0EB3-CF6F-CABCC71982EB}"/>
              </a:ext>
            </a:extLst>
          </p:cNvPr>
          <p:cNvPicPr>
            <a:picLocks noChangeAspect="1"/>
          </p:cNvPicPr>
          <p:nvPr/>
        </p:nvPicPr>
        <p:blipFill>
          <a:blip r:embed="rId3"/>
          <a:stretch>
            <a:fillRect/>
          </a:stretch>
        </p:blipFill>
        <p:spPr>
          <a:xfrm>
            <a:off x="6096000" y="2634230"/>
            <a:ext cx="5924338" cy="770164"/>
          </a:xfrm>
          <a:prstGeom prst="rect">
            <a:avLst/>
          </a:prstGeom>
        </p:spPr>
      </p:pic>
      <p:pic>
        <p:nvPicPr>
          <p:cNvPr id="23" name="Picture 22" descr="A math equations on a black background&#10;&#10;AI-generated content may be incorrect.">
            <a:extLst>
              <a:ext uri="{FF2B5EF4-FFF2-40B4-BE49-F238E27FC236}">
                <a16:creationId xmlns:a16="http://schemas.microsoft.com/office/drawing/2014/main" id="{6792526F-0043-471A-1DA6-32EADAFE2945}"/>
              </a:ext>
            </a:extLst>
          </p:cNvPr>
          <p:cNvPicPr>
            <a:picLocks noChangeAspect="1"/>
          </p:cNvPicPr>
          <p:nvPr/>
        </p:nvPicPr>
        <p:blipFill>
          <a:blip r:embed="rId4"/>
          <a:stretch>
            <a:fillRect/>
          </a:stretch>
        </p:blipFill>
        <p:spPr>
          <a:xfrm>
            <a:off x="393166" y="2634230"/>
            <a:ext cx="5025428" cy="671601"/>
          </a:xfrm>
          <a:prstGeom prst="rect">
            <a:avLst/>
          </a:prstGeom>
        </p:spPr>
      </p:pic>
      <p:sp>
        <p:nvSpPr>
          <p:cNvPr id="24" name="TextBox 23">
            <a:extLst>
              <a:ext uri="{FF2B5EF4-FFF2-40B4-BE49-F238E27FC236}">
                <a16:creationId xmlns:a16="http://schemas.microsoft.com/office/drawing/2014/main" id="{1C7F30BD-9FB5-4406-3277-04D32088F8C8}"/>
              </a:ext>
            </a:extLst>
          </p:cNvPr>
          <p:cNvSpPr txBox="1"/>
          <p:nvPr/>
        </p:nvSpPr>
        <p:spPr>
          <a:xfrm>
            <a:off x="959595" y="3895663"/>
            <a:ext cx="682763" cy="276999"/>
          </a:xfrm>
          <a:prstGeom prst="rect">
            <a:avLst/>
          </a:prstGeom>
          <a:solidFill>
            <a:schemeClr val="bg2"/>
          </a:solidFill>
        </p:spPr>
        <p:txBody>
          <a:bodyPr wrap="square">
            <a:spAutoFit/>
          </a:bodyPr>
          <a:lstStyle/>
          <a:p>
            <a:r>
              <a:rPr lang="en-GB" sz="1200" dirty="0" err="1">
                <a:latin typeface="Menlo" panose="020B0609030804020204" pitchFamily="49" charset="0"/>
                <a:ea typeface="Menlo" panose="020B0609030804020204" pitchFamily="49" charset="0"/>
                <a:cs typeface="Menlo" panose="020B0609030804020204" pitchFamily="49" charset="0"/>
              </a:rPr>
              <a:t>scipy</a:t>
            </a:r>
            <a:endParaRPr lang="en-US" sz="1200" dirty="0"/>
          </a:p>
        </p:txBody>
      </p:sp>
      <p:sp>
        <p:nvSpPr>
          <p:cNvPr id="25" name="TextBox 24">
            <a:extLst>
              <a:ext uri="{FF2B5EF4-FFF2-40B4-BE49-F238E27FC236}">
                <a16:creationId xmlns:a16="http://schemas.microsoft.com/office/drawing/2014/main" id="{2690CF14-DB18-2C5A-B0C1-15B5E2841D44}"/>
              </a:ext>
            </a:extLst>
          </p:cNvPr>
          <p:cNvSpPr txBox="1"/>
          <p:nvPr/>
        </p:nvSpPr>
        <p:spPr>
          <a:xfrm>
            <a:off x="3581400" y="3895662"/>
            <a:ext cx="1297918" cy="276999"/>
          </a:xfrm>
          <a:prstGeom prst="rect">
            <a:avLst/>
          </a:prstGeom>
          <a:solidFill>
            <a:schemeClr val="bg2"/>
          </a:solidFill>
        </p:spPr>
        <p:txBody>
          <a:bodyPr wrap="square">
            <a:spAutoFit/>
          </a:bodyPr>
          <a:lstStyle/>
          <a:p>
            <a:pPr algn="ctr"/>
            <a:r>
              <a:rPr lang="en-GB" sz="1200" dirty="0" err="1">
                <a:latin typeface="Menlo" panose="020B0609030804020204" pitchFamily="49" charset="0"/>
                <a:ea typeface="Menlo" panose="020B0609030804020204" pitchFamily="49" charset="0"/>
                <a:cs typeface="Menlo" panose="020B0609030804020204" pitchFamily="49" charset="0"/>
              </a:rPr>
              <a:t>stats.models</a:t>
            </a:r>
            <a:endParaRPr lang="en-US" sz="1200" dirty="0"/>
          </a:p>
        </p:txBody>
      </p:sp>
      <p:sp>
        <p:nvSpPr>
          <p:cNvPr id="26" name="TextBox 25">
            <a:extLst>
              <a:ext uri="{FF2B5EF4-FFF2-40B4-BE49-F238E27FC236}">
                <a16:creationId xmlns:a16="http://schemas.microsoft.com/office/drawing/2014/main" id="{FEFB60C2-41CC-8562-3AA8-9FFFB6A38005}"/>
              </a:ext>
            </a:extLst>
          </p:cNvPr>
          <p:cNvSpPr txBox="1"/>
          <p:nvPr/>
        </p:nvSpPr>
        <p:spPr>
          <a:xfrm>
            <a:off x="1962920" y="3895662"/>
            <a:ext cx="1297918" cy="276999"/>
          </a:xfrm>
          <a:prstGeom prst="rect">
            <a:avLst/>
          </a:prstGeom>
          <a:solidFill>
            <a:schemeClr val="bg2"/>
          </a:solidFill>
        </p:spPr>
        <p:txBody>
          <a:bodyPr wrap="square">
            <a:spAutoFit/>
          </a:bodyPr>
          <a:lstStyle/>
          <a:p>
            <a:pPr algn="ctr"/>
            <a:r>
              <a:rPr lang="en-GB" sz="1200" dirty="0" err="1">
                <a:latin typeface="Menlo" panose="020B0609030804020204" pitchFamily="49" charset="0"/>
                <a:ea typeface="Menlo" panose="020B0609030804020204" pitchFamily="49" charset="0"/>
                <a:cs typeface="Menlo" panose="020B0609030804020204" pitchFamily="49" charset="0"/>
              </a:rPr>
              <a:t>numpy.random</a:t>
            </a:r>
            <a:endParaRPr lang="en-US" sz="1200" dirty="0"/>
          </a:p>
        </p:txBody>
      </p:sp>
      <p:sp>
        <p:nvSpPr>
          <p:cNvPr id="29" name="TextBox 28">
            <a:extLst>
              <a:ext uri="{FF2B5EF4-FFF2-40B4-BE49-F238E27FC236}">
                <a16:creationId xmlns:a16="http://schemas.microsoft.com/office/drawing/2014/main" id="{F6E42A5C-2D81-4194-2E1E-E257D29E8312}"/>
              </a:ext>
            </a:extLst>
          </p:cNvPr>
          <p:cNvSpPr txBox="1"/>
          <p:nvPr/>
        </p:nvSpPr>
        <p:spPr>
          <a:xfrm>
            <a:off x="8610600" y="3872608"/>
            <a:ext cx="1297918" cy="276999"/>
          </a:xfrm>
          <a:prstGeom prst="rect">
            <a:avLst/>
          </a:prstGeom>
          <a:solidFill>
            <a:schemeClr val="bg2"/>
          </a:solidFill>
        </p:spPr>
        <p:txBody>
          <a:bodyPr wrap="square">
            <a:spAutoFit/>
          </a:bodyPr>
          <a:lstStyle/>
          <a:p>
            <a:pPr algn="ctr"/>
            <a:r>
              <a:rPr lang="en-GB" sz="1200" dirty="0" err="1">
                <a:latin typeface="Menlo" panose="020B0609030804020204" pitchFamily="49" charset="0"/>
                <a:ea typeface="Menlo" panose="020B0609030804020204" pitchFamily="49" charset="0"/>
                <a:cs typeface="Menlo" panose="020B0609030804020204" pitchFamily="49" charset="0"/>
              </a:rPr>
              <a:t>numpy</a:t>
            </a:r>
            <a:endParaRPr lang="en-US" sz="1200" dirty="0"/>
          </a:p>
        </p:txBody>
      </p:sp>
      <p:cxnSp>
        <p:nvCxnSpPr>
          <p:cNvPr id="30" name="Straight Arrow Connector 29">
            <a:extLst>
              <a:ext uri="{FF2B5EF4-FFF2-40B4-BE49-F238E27FC236}">
                <a16:creationId xmlns:a16="http://schemas.microsoft.com/office/drawing/2014/main" id="{554868E1-F3E6-0B26-F4D6-C70693D29808}"/>
              </a:ext>
            </a:extLst>
          </p:cNvPr>
          <p:cNvCxnSpPr>
            <a:cxnSpLocks/>
          </p:cNvCxnSpPr>
          <p:nvPr/>
        </p:nvCxnSpPr>
        <p:spPr>
          <a:xfrm>
            <a:off x="5176930" y="3584474"/>
            <a:ext cx="510192" cy="165659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33" name="Straight Arrow Connector 32">
            <a:extLst>
              <a:ext uri="{FF2B5EF4-FFF2-40B4-BE49-F238E27FC236}">
                <a16:creationId xmlns:a16="http://schemas.microsoft.com/office/drawing/2014/main" id="{57AA4F40-9EF9-CCAC-1A8C-6F9F923EF37D}"/>
              </a:ext>
            </a:extLst>
          </p:cNvPr>
          <p:cNvCxnSpPr>
            <a:cxnSpLocks/>
          </p:cNvCxnSpPr>
          <p:nvPr/>
        </p:nvCxnSpPr>
        <p:spPr>
          <a:xfrm flipH="1">
            <a:off x="6184316" y="3619554"/>
            <a:ext cx="611094" cy="162151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sp>
        <p:nvSpPr>
          <p:cNvPr id="40" name="TextBox 39">
            <a:extLst>
              <a:ext uri="{FF2B5EF4-FFF2-40B4-BE49-F238E27FC236}">
                <a16:creationId xmlns:a16="http://schemas.microsoft.com/office/drawing/2014/main" id="{F2E7F3E6-C34C-D852-B276-23772C27225D}"/>
              </a:ext>
            </a:extLst>
          </p:cNvPr>
          <p:cNvSpPr txBox="1"/>
          <p:nvPr/>
        </p:nvSpPr>
        <p:spPr>
          <a:xfrm>
            <a:off x="4960433" y="5519716"/>
            <a:ext cx="1919868" cy="276999"/>
          </a:xfrm>
          <a:prstGeom prst="rect">
            <a:avLst/>
          </a:prstGeom>
          <a:solidFill>
            <a:schemeClr val="bg2"/>
          </a:solidFill>
        </p:spPr>
        <p:txBody>
          <a:bodyPr wrap="square">
            <a:spAutoFit/>
          </a:bodyPr>
          <a:lstStyle/>
          <a:p>
            <a:pPr algn="ctr"/>
            <a:r>
              <a:rPr lang="en-GB" sz="1200" dirty="0" err="1">
                <a:latin typeface="Menlo" panose="020B0609030804020204" pitchFamily="49" charset="0"/>
                <a:ea typeface="Menlo" panose="020B0609030804020204" pitchFamily="49" charset="0"/>
                <a:cs typeface="Menlo" panose="020B0609030804020204" pitchFamily="49" charset="0"/>
              </a:rPr>
              <a:t>matplotlib.pyplot</a:t>
            </a:r>
            <a:endParaRPr lang="en-US" sz="1200" dirty="0"/>
          </a:p>
        </p:txBody>
      </p:sp>
      <p:sp>
        <p:nvSpPr>
          <p:cNvPr id="7" name="TextBox 6">
            <a:extLst>
              <a:ext uri="{FF2B5EF4-FFF2-40B4-BE49-F238E27FC236}">
                <a16:creationId xmlns:a16="http://schemas.microsoft.com/office/drawing/2014/main" id="{B2550D79-1843-A580-942C-C2C04A3B92B0}"/>
              </a:ext>
            </a:extLst>
          </p:cNvPr>
          <p:cNvSpPr txBox="1"/>
          <p:nvPr/>
        </p:nvSpPr>
        <p:spPr>
          <a:xfrm>
            <a:off x="1255198" y="2219615"/>
            <a:ext cx="4163396" cy="369332"/>
          </a:xfrm>
          <a:prstGeom prst="rect">
            <a:avLst/>
          </a:prstGeom>
          <a:noFill/>
        </p:spPr>
        <p:txBody>
          <a:bodyPr wrap="square">
            <a:spAutoFit/>
          </a:bodyPr>
          <a:lstStyle/>
          <a:p>
            <a:r>
              <a:rPr lang="en-US" dirty="0"/>
              <a:t>Functions from standard libraries</a:t>
            </a:r>
          </a:p>
        </p:txBody>
      </p:sp>
    </p:spTree>
    <p:extLst>
      <p:ext uri="{BB962C8B-B14F-4D97-AF65-F5344CB8AC3E}">
        <p14:creationId xmlns:p14="http://schemas.microsoft.com/office/powerpoint/2010/main" val="2582464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24" grpId="0" animBg="1"/>
      <p:bldP spid="25" grpId="0" animBg="1"/>
      <p:bldP spid="26" grpId="0" animBg="1"/>
      <p:bldP spid="29" grpId="0" animBg="1"/>
      <p:bldP spid="40" grpId="0" animBg="1"/>
      <p:bldP spid="7"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1015</TotalTime>
  <Words>948</Words>
  <Application>Microsoft Macintosh PowerPoint</Application>
  <PresentationFormat>Widescreen</PresentationFormat>
  <Paragraphs>236</Paragraphs>
  <Slides>20</Slides>
  <Notes>18</Notes>
  <HiddenSlides>0</HiddenSlides>
  <MMClips>4</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Display</vt:lpstr>
      <vt:lpstr>Arial</vt:lpstr>
      <vt:lpstr>Cambria Math</vt:lpstr>
      <vt:lpstr>Menlo</vt:lpstr>
      <vt:lpstr>Office Theme</vt:lpstr>
      <vt:lpstr>Probability</vt:lpstr>
      <vt:lpstr>Introduction</vt:lpstr>
      <vt:lpstr>How likely are we to measure a specific value? </vt:lpstr>
      <vt:lpstr>Probability values</vt:lpstr>
      <vt:lpstr>Normalising probability values</vt:lpstr>
      <vt:lpstr>Normalising probability values</vt:lpstr>
      <vt:lpstr>Common probability distributions</vt:lpstr>
      <vt:lpstr>Binomial distribution</vt:lpstr>
      <vt:lpstr>Binomial distribution</vt:lpstr>
      <vt:lpstr>Binomial distribution</vt:lpstr>
      <vt:lpstr>Binomial distribution</vt:lpstr>
      <vt:lpstr>Binomial distribution</vt:lpstr>
      <vt:lpstr>Poisson distribution</vt:lpstr>
      <vt:lpstr>Poisson distribution</vt:lpstr>
      <vt:lpstr>Poisson distribution</vt:lpstr>
      <vt:lpstr>Uniform distribution</vt:lpstr>
      <vt:lpstr>Gaussian distribution</vt:lpstr>
      <vt:lpstr>Gaussian distribution</vt:lpstr>
      <vt:lpstr>Gaussian distribution</vt:lpstr>
      <vt:lpstr>Time for exercises!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Sanchez Ricol, Aida</dc:creator>
  <cp:lastModifiedBy>Sanchez Ricol, Aida</cp:lastModifiedBy>
  <cp:revision>1</cp:revision>
  <dcterms:created xsi:type="dcterms:W3CDTF">2026-03-15T17:43:37Z</dcterms:created>
  <dcterms:modified xsi:type="dcterms:W3CDTF">2026-03-28T13:14:12Z</dcterms:modified>
</cp:coreProperties>
</file>